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049"/>
    <a:srgbClr val="FFFFFF"/>
    <a:srgbClr val="8A898A"/>
    <a:srgbClr val="EA2324"/>
    <a:srgbClr val="7A766C"/>
    <a:srgbClr val="C0C0B7"/>
    <a:srgbClr val="C7C7C7"/>
    <a:srgbClr val="89898A"/>
    <a:srgbClr val="03BD3F"/>
    <a:srgbClr val="EE27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506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3E224-E41D-4E29-9718-3597CF2F7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8E920F-A97A-489D-BECD-B973A915B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7BA34-D0BC-4567-80C6-242E95B89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B055-8B8F-455A-8E5B-8E1D292A2EB4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05E16-5484-41E5-998F-B1A6364B4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ACEED-D7F9-4734-9280-7D2B0F933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AA21-79F4-49F5-BBF1-DBCAFB7D1EB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0811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1F00F-5586-4C18-A9BE-AA45686EE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B05AE-B24A-406E-B7C5-4E56C0C66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5331A-C7EA-4385-9469-80EF5C5E7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B055-8B8F-455A-8E5B-8E1D292A2EB4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47636-4EDF-4694-938E-583F5D584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B4277-F2CE-4BBD-A0EC-033CAC9D3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AA21-79F4-49F5-BBF1-DBCAFB7D1EB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99117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1243D-842F-4C2C-B497-A9BE42C17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E5CA0-8221-42AA-A213-BB6C93915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96F6B-C7CA-4460-A4DB-C077E9A59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B055-8B8F-455A-8E5B-8E1D292A2EB4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D93A7-7078-4992-AE1C-96E8D0D68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8907D-1F84-48BE-90F1-D9B8A6174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AA21-79F4-49F5-BBF1-DBCAFB7D1EB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54048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891CE-A3F1-47FA-B4D2-8492077F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58518-A85D-4F01-8BDF-7B43D0AB29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229A6-86A4-487E-98C3-677E9AEA0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049E77-15A9-4122-9206-78E440186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B055-8B8F-455A-8E5B-8E1D292A2EB4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FCC6C7-AE24-4609-BDC1-90E0DC0E6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769C9-A9B7-4DE6-8E42-E6F742543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AA21-79F4-49F5-BBF1-DBCAFB7D1EB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68064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3BFCA-FA86-4F12-A082-33681C23D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93150-0B39-45F4-BFB9-FA5A527A8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00300-9793-489C-9DFC-0C7154E75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9A3D3E-915E-4099-B001-144821D3D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F88A9-B86D-4A43-81B7-F8732B6FC0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4BA68F-7776-4AFC-BCBD-6EB84B46F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B055-8B8F-455A-8E5B-8E1D292A2EB4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127BC-5F1E-4CCA-9F4D-B3150BDD2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E41F4B-23F5-4832-B1F1-200078F88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AA21-79F4-49F5-BBF1-DBCAFB7D1EB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603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B950E-E368-4256-9BED-79378A965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2A6AE9-D070-47F9-B437-A9398FCC2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B055-8B8F-455A-8E5B-8E1D292A2EB4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0CA15F-4168-4966-ADBB-105DAEAF6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2ADE9D-1C99-4788-AA8C-116959EFD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AA21-79F4-49F5-BBF1-DBCAFB7D1EB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97900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9EAC89-1E26-4826-9B90-7E98EE5C8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B055-8B8F-455A-8E5B-8E1D292A2EB4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8DF3E9-E079-48BA-B347-EE205133B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EC2B8-CE05-4C17-BDDC-205261641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AA21-79F4-49F5-BBF1-DBCAFB7D1EB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37024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BC526-AA46-420B-97F9-04A73B7C7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E5AC8-B194-4DA6-B97F-731A5D040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B8375-82B7-4813-B5D9-382001301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8CA92-BD2B-4564-AEE0-4538C7679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B055-8B8F-455A-8E5B-8E1D292A2EB4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ADACA-5857-456A-9AE6-4FADE4C5E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49BF7-49E1-49BE-840B-F39BC5206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AA21-79F4-49F5-BBF1-DBCAFB7D1EB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49716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8770E-60FB-4CA8-90BB-2499409D8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070418-D4E7-4B6B-AC76-0AAADE386B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02D205-C94A-4D0B-8F75-8E4EC3E2A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E3048-BBFF-4206-B490-FE5BCC672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B055-8B8F-455A-8E5B-8E1D292A2EB4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BF4D0-DEA7-4B91-A2B7-18AF5D64E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CDD0B-BC2F-4C16-A39B-E93D20A2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AA21-79F4-49F5-BBF1-DBCAFB7D1EB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97830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F85CD-AD1D-486C-A302-3C22B5572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54E0D-5D84-4294-A70E-455251B432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CA568-AF22-486B-8021-7FC1F80A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B055-8B8F-455A-8E5B-8E1D292A2EB4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509D1-90FF-438F-BE22-428E498F0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68349-E7B8-4274-B5F9-4BEBBDD5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AA21-79F4-49F5-BBF1-DBCAFB7D1EB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97540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F1ADA9-2F84-4B80-B866-99B6418E76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55F34-6011-483B-8CE9-9DD6CCDB3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38D86-6A10-46BF-9556-6A244ADF9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B055-8B8F-455A-8E5B-8E1D292A2EB4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F720-D31C-4198-8003-6051BD2F1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9009E-81E0-4C6C-BA02-D8715884F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AA21-79F4-49F5-BBF1-DBCAFB7D1EB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60060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DDC0DA-9B78-4695-B878-2EA7A70E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F43B6-D650-4DF5-9BB3-56040AF54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5DEDD-4E80-46E6-947A-EEECA9DE0D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BB055-8B8F-455A-8E5B-8E1D292A2EB4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CFC73-C2F5-426F-9D7B-2C1150A1D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5989E-6390-467E-A057-9A19887B6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CAA21-79F4-49F5-BBF1-DBCAFB7D1EB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1214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E4668F-790F-4A29-8C4D-53CA5764069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709160" y="1162812"/>
            <a:ext cx="3520440" cy="56052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42F034D1-21D9-484C-93E1-302422233CC2}"/>
              </a:ext>
            </a:extLst>
          </p:cNvPr>
          <p:cNvCxnSpPr>
            <a:cxnSpLocks/>
            <a:endCxn id="7" idx="0"/>
          </p:cNvCxnSpPr>
          <p:nvPr/>
        </p:nvCxnSpPr>
        <p:spPr>
          <a:xfrm rot="10800000" flipV="1">
            <a:off x="5280660" y="1889760"/>
            <a:ext cx="419100" cy="144780"/>
          </a:xfrm>
          <a:prstGeom prst="bentConnector2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7F16AC9-A837-4D4E-81EE-E9F453F6957C}"/>
              </a:ext>
            </a:extLst>
          </p:cNvPr>
          <p:cNvSpPr txBox="1"/>
          <p:nvPr/>
        </p:nvSpPr>
        <p:spPr>
          <a:xfrm>
            <a:off x="4876800" y="2034540"/>
            <a:ext cx="807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800">
                <a:latin typeface="Roboto" panose="02000000000000000000" pitchFamily="2" charset="0"/>
                <a:ea typeface="Roboto" panose="02000000000000000000" pitchFamily="2" charset="0"/>
              </a:rPr>
              <a:t>Solar Panel Mini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2EE2A4-2471-44D5-83F9-BCE5A314243C}"/>
              </a:ext>
            </a:extLst>
          </p:cNvPr>
          <p:cNvSpPr txBox="1"/>
          <p:nvPr/>
        </p:nvSpPr>
        <p:spPr>
          <a:xfrm>
            <a:off x="7396163" y="2506027"/>
            <a:ext cx="6873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800">
                <a:latin typeface="Roboto" panose="02000000000000000000" pitchFamily="2" charset="0"/>
                <a:ea typeface="Roboto" panose="02000000000000000000" pitchFamily="2" charset="0"/>
              </a:rPr>
              <a:t>Top Cover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7C38A020-3C2B-4FBA-908E-417818BFB064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7067550" y="2613749"/>
            <a:ext cx="328613" cy="6631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3420C5B-B626-4DFB-8725-D8BFEEBBBB4D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64918" y="3702846"/>
            <a:ext cx="328616" cy="30480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202AE2B-4711-4C8E-A51F-95D50B9A5635}"/>
              </a:ext>
            </a:extLst>
          </p:cNvPr>
          <p:cNvSpPr txBox="1"/>
          <p:nvPr/>
        </p:nvSpPr>
        <p:spPr>
          <a:xfrm>
            <a:off x="4738688" y="3348038"/>
            <a:ext cx="700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800">
                <a:latin typeface="Roboto" panose="02000000000000000000" pitchFamily="2" charset="0"/>
                <a:ea typeface="Roboto" panose="02000000000000000000" pitchFamily="2" charset="0"/>
              </a:rPr>
              <a:t>Bluetooth Anthena 5.1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57C21E-B776-48F8-8ED3-08134E5A1AFF}"/>
              </a:ext>
            </a:extLst>
          </p:cNvPr>
          <p:cNvSpPr txBox="1"/>
          <p:nvPr/>
        </p:nvSpPr>
        <p:spPr>
          <a:xfrm>
            <a:off x="7392988" y="3092450"/>
            <a:ext cx="7334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800">
                <a:latin typeface="Roboto" panose="02000000000000000000" pitchFamily="2" charset="0"/>
                <a:ea typeface="Roboto" panose="02000000000000000000" pitchFamily="2" charset="0"/>
              </a:rPr>
              <a:t>Bluetooth Module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5380885E-0F48-4C46-AEF8-91F648EA82A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81559" y="3363620"/>
            <a:ext cx="313323" cy="109538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1D79D33-BB3A-4F5E-9F42-43C67AE8E914}"/>
              </a:ext>
            </a:extLst>
          </p:cNvPr>
          <p:cNvSpPr txBox="1"/>
          <p:nvPr/>
        </p:nvSpPr>
        <p:spPr>
          <a:xfrm>
            <a:off x="7264400" y="3949700"/>
            <a:ext cx="8953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800">
                <a:latin typeface="Roboto" panose="02000000000000000000" pitchFamily="2" charset="0"/>
                <a:ea typeface="Roboto" panose="02000000000000000000" pitchFamily="2" charset="0"/>
              </a:rPr>
              <a:t>Microcontroller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03F8E541-4840-4256-B4D6-31CF6167CDAA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6750050" y="4057422"/>
            <a:ext cx="514350" cy="1270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5CB0334-B098-4746-A47E-03D5795B4C06}"/>
              </a:ext>
            </a:extLst>
          </p:cNvPr>
          <p:cNvSpPr txBox="1"/>
          <p:nvPr/>
        </p:nvSpPr>
        <p:spPr>
          <a:xfrm>
            <a:off x="7467600" y="5118100"/>
            <a:ext cx="844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800">
                <a:latin typeface="Roboto" panose="02000000000000000000" pitchFamily="2" charset="0"/>
                <a:ea typeface="Roboto" panose="02000000000000000000" pitchFamily="2" charset="0"/>
              </a:rPr>
              <a:t>Conductivity Sensor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4B96A23-3255-4D3C-A98A-0284A9012B00}"/>
              </a:ext>
            </a:extLst>
          </p:cNvPr>
          <p:cNvCxnSpPr/>
          <p:nvPr/>
        </p:nvCxnSpPr>
        <p:spPr>
          <a:xfrm>
            <a:off x="7146290" y="5302250"/>
            <a:ext cx="3492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4A76092-6195-4997-8DFD-0807B8790BF3}"/>
              </a:ext>
            </a:extLst>
          </p:cNvPr>
          <p:cNvSpPr txBox="1"/>
          <p:nvPr/>
        </p:nvSpPr>
        <p:spPr>
          <a:xfrm>
            <a:off x="5387340" y="6056630"/>
            <a:ext cx="698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800">
                <a:latin typeface="Roboto" panose="02000000000000000000" pitchFamily="2" charset="0"/>
                <a:ea typeface="Roboto" panose="02000000000000000000" pitchFamily="2" charset="0"/>
              </a:rPr>
              <a:t>Lion Battery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54AF35D-6BB4-4A9D-94D5-751A29D2DD4C}"/>
              </a:ext>
            </a:extLst>
          </p:cNvPr>
          <p:cNvCxnSpPr>
            <a:cxnSpLocks/>
          </p:cNvCxnSpPr>
          <p:nvPr/>
        </p:nvCxnSpPr>
        <p:spPr>
          <a:xfrm flipH="1">
            <a:off x="6070600" y="6156732"/>
            <a:ext cx="4000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386D9D8-6F78-4C62-A0F7-A71F88390C94}"/>
              </a:ext>
            </a:extLst>
          </p:cNvPr>
          <p:cNvCxnSpPr>
            <a:cxnSpLocks/>
          </p:cNvCxnSpPr>
          <p:nvPr/>
        </p:nvCxnSpPr>
        <p:spPr>
          <a:xfrm flipH="1">
            <a:off x="5387340" y="4521200"/>
            <a:ext cx="29591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2315368-D5E4-473C-A56B-74D587B33150}"/>
              </a:ext>
            </a:extLst>
          </p:cNvPr>
          <p:cNvSpPr txBox="1"/>
          <p:nvPr/>
        </p:nvSpPr>
        <p:spPr>
          <a:xfrm>
            <a:off x="4762501" y="4293870"/>
            <a:ext cx="8305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800">
                <a:latin typeface="Roboto" panose="02000000000000000000" pitchFamily="2" charset="0"/>
                <a:ea typeface="Roboto" panose="02000000000000000000" pitchFamily="2" charset="0"/>
              </a:rPr>
              <a:t>Main Cover (IP67)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32AF896-1937-424C-B3FA-29372916339B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6677320" y="4790133"/>
            <a:ext cx="787400" cy="131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9B00234-76C1-4057-95AC-BC2A5B54E4E8}"/>
              </a:ext>
            </a:extLst>
          </p:cNvPr>
          <p:cNvSpPr txBox="1"/>
          <p:nvPr/>
        </p:nvSpPr>
        <p:spPr>
          <a:xfrm>
            <a:off x="7464720" y="4559300"/>
            <a:ext cx="10194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800"/>
              <a:t>Risk Indicator (Merah, Kuning, Hijau)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EAE933-B7A5-46B2-ABAD-C69B38847943}"/>
              </a:ext>
            </a:extLst>
          </p:cNvPr>
          <p:cNvSpPr/>
          <p:nvPr/>
        </p:nvSpPr>
        <p:spPr>
          <a:xfrm rot="16200000">
            <a:off x="5649003" y="4582193"/>
            <a:ext cx="590925" cy="709488"/>
          </a:xfrm>
          <a:prstGeom prst="rect">
            <a:avLst/>
          </a:prstGeom>
          <a:solidFill>
            <a:schemeClr val="bg1">
              <a:lumMod val="95000"/>
            </a:schemeClr>
          </a:solidFill>
          <a:scene3d>
            <a:camera prst="orthographicFront">
              <a:rot lat="17892211" lon="12034407" rev="9433734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BC6A9106-7065-4071-98FD-464C8A3FCF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5419726" y="4940299"/>
            <a:ext cx="415927" cy="793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CD31C90-8D39-4AD7-99E3-DDCCFB5A854C}"/>
              </a:ext>
            </a:extLst>
          </p:cNvPr>
          <p:cNvGrpSpPr/>
          <p:nvPr/>
        </p:nvGrpSpPr>
        <p:grpSpPr>
          <a:xfrm>
            <a:off x="6076950" y="5026025"/>
            <a:ext cx="317500" cy="349250"/>
            <a:chOff x="6089650" y="4959350"/>
            <a:chExt cx="317500" cy="349250"/>
          </a:xfrm>
          <a:scene3d>
            <a:camera prst="orthographicFront">
              <a:rot lat="1891997" lon="2707595" rev="137961"/>
            </a:camera>
            <a:lightRig rig="threePt" dir="t"/>
          </a:scene3d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5E64A5A-6044-4DCB-B019-126F7754929B}"/>
                </a:ext>
              </a:extLst>
            </p:cNvPr>
            <p:cNvSpPr/>
            <p:nvPr/>
          </p:nvSpPr>
          <p:spPr>
            <a:xfrm>
              <a:off x="6089650" y="4959350"/>
              <a:ext cx="311150" cy="349250"/>
            </a:xfrm>
            <a:custGeom>
              <a:avLst/>
              <a:gdLst>
                <a:gd name="connsiteX0" fmla="*/ 158750 w 311150"/>
                <a:gd name="connsiteY0" fmla="*/ 114300 h 349250"/>
                <a:gd name="connsiteX1" fmla="*/ 101600 w 311150"/>
                <a:gd name="connsiteY1" fmla="*/ 174625 h 349250"/>
                <a:gd name="connsiteX2" fmla="*/ 158750 w 311150"/>
                <a:gd name="connsiteY2" fmla="*/ 234950 h 349250"/>
                <a:gd name="connsiteX3" fmla="*/ 215900 w 311150"/>
                <a:gd name="connsiteY3" fmla="*/ 174625 h 349250"/>
                <a:gd name="connsiteX4" fmla="*/ 158750 w 311150"/>
                <a:gd name="connsiteY4" fmla="*/ 114300 h 349250"/>
                <a:gd name="connsiteX5" fmla="*/ 155575 w 311150"/>
                <a:gd name="connsiteY5" fmla="*/ 0 h 349250"/>
                <a:gd name="connsiteX6" fmla="*/ 311150 w 311150"/>
                <a:gd name="connsiteY6" fmla="*/ 174625 h 349250"/>
                <a:gd name="connsiteX7" fmla="*/ 155575 w 311150"/>
                <a:gd name="connsiteY7" fmla="*/ 349250 h 349250"/>
                <a:gd name="connsiteX8" fmla="*/ 0 w 311150"/>
                <a:gd name="connsiteY8" fmla="*/ 174625 h 349250"/>
                <a:gd name="connsiteX9" fmla="*/ 155575 w 311150"/>
                <a:gd name="connsiteY9" fmla="*/ 0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1150" h="349250">
                  <a:moveTo>
                    <a:pt x="158750" y="114300"/>
                  </a:moveTo>
                  <a:cubicBezTo>
                    <a:pt x="127187" y="114300"/>
                    <a:pt x="101600" y="141308"/>
                    <a:pt x="101600" y="174625"/>
                  </a:cubicBezTo>
                  <a:cubicBezTo>
                    <a:pt x="101600" y="207942"/>
                    <a:pt x="127187" y="234950"/>
                    <a:pt x="158750" y="234950"/>
                  </a:cubicBezTo>
                  <a:cubicBezTo>
                    <a:pt x="190313" y="234950"/>
                    <a:pt x="215900" y="207942"/>
                    <a:pt x="215900" y="174625"/>
                  </a:cubicBezTo>
                  <a:cubicBezTo>
                    <a:pt x="215900" y="141308"/>
                    <a:pt x="190313" y="114300"/>
                    <a:pt x="158750" y="114300"/>
                  </a:cubicBezTo>
                  <a:close/>
                  <a:moveTo>
                    <a:pt x="155575" y="0"/>
                  </a:moveTo>
                  <a:cubicBezTo>
                    <a:pt x="241497" y="0"/>
                    <a:pt x="311150" y="78182"/>
                    <a:pt x="311150" y="174625"/>
                  </a:cubicBezTo>
                  <a:cubicBezTo>
                    <a:pt x="311150" y="271068"/>
                    <a:pt x="241497" y="349250"/>
                    <a:pt x="155575" y="349250"/>
                  </a:cubicBezTo>
                  <a:cubicBezTo>
                    <a:pt x="69653" y="349250"/>
                    <a:pt x="0" y="271068"/>
                    <a:pt x="0" y="174625"/>
                  </a:cubicBezTo>
                  <a:cubicBezTo>
                    <a:pt x="0" y="78182"/>
                    <a:pt x="69653" y="0"/>
                    <a:pt x="155575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F45DF24-26F8-4F81-9DC8-A4B0DF207EBD}"/>
                </a:ext>
              </a:extLst>
            </p:cNvPr>
            <p:cNvCxnSpPr>
              <a:stCxn id="37" idx="8"/>
            </p:cNvCxnSpPr>
            <p:nvPr/>
          </p:nvCxnSpPr>
          <p:spPr>
            <a:xfrm>
              <a:off x="6089650" y="5133975"/>
              <a:ext cx="317500" cy="31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E923FB6-86E2-4279-92EC-9799E9BCB7AB}"/>
                </a:ext>
              </a:extLst>
            </p:cNvPr>
            <p:cNvCxnSpPr>
              <a:cxnSpLocks/>
              <a:stCxn id="37" idx="5"/>
              <a:endCxn id="37" idx="7"/>
            </p:cNvCxnSpPr>
            <p:nvPr/>
          </p:nvCxnSpPr>
          <p:spPr>
            <a:xfrm>
              <a:off x="6245225" y="4959350"/>
              <a:ext cx="0" cy="3492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593E4D5-A5FE-4DE1-8E43-D0CE4B74AC8D}"/>
                </a:ext>
              </a:extLst>
            </p:cNvPr>
            <p:cNvSpPr/>
            <p:nvPr/>
          </p:nvSpPr>
          <p:spPr>
            <a:xfrm>
              <a:off x="6188075" y="5073650"/>
              <a:ext cx="123825" cy="12382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CC2A0D40-8302-4682-AF25-784765EAB1EF}"/>
              </a:ext>
            </a:extLst>
          </p:cNvPr>
          <p:cNvSpPr txBox="1"/>
          <p:nvPr/>
        </p:nvSpPr>
        <p:spPr>
          <a:xfrm>
            <a:off x="4695825" y="4920734"/>
            <a:ext cx="1079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800"/>
              <a:t>Main Screen &amp; Display data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48927C6D-FDD1-42D0-B3FB-70F6A21E8A88}"/>
              </a:ext>
            </a:extLst>
          </p:cNvPr>
          <p:cNvCxnSpPr/>
          <p:nvPr/>
        </p:nvCxnSpPr>
        <p:spPr>
          <a:xfrm rot="10800000" flipV="1">
            <a:off x="5638800" y="5232400"/>
            <a:ext cx="457200" cy="266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6028FE3-24A2-4633-869E-3F00AA5E1AA1}"/>
              </a:ext>
            </a:extLst>
          </p:cNvPr>
          <p:cNvSpPr txBox="1"/>
          <p:nvPr/>
        </p:nvSpPr>
        <p:spPr>
          <a:xfrm>
            <a:off x="4845050" y="5416034"/>
            <a:ext cx="1079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800"/>
              <a:t>Control Button</a:t>
            </a:r>
          </a:p>
        </p:txBody>
      </p:sp>
    </p:spTree>
    <p:extLst>
      <p:ext uri="{BB962C8B-B14F-4D97-AF65-F5344CB8AC3E}">
        <p14:creationId xmlns:p14="http://schemas.microsoft.com/office/powerpoint/2010/main" val="426943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>
            <a:extLst>
              <a:ext uri="{FF2B5EF4-FFF2-40B4-BE49-F238E27FC236}">
                <a16:creationId xmlns:a16="http://schemas.microsoft.com/office/drawing/2014/main" id="{A709B28A-FB3C-40DE-8F6D-8834628C5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262" b="96393" l="9780" r="89976">
                        <a14:foregroundMark x1="51834" y1="18689" x2="51345" y2="22131"/>
                        <a14:foregroundMark x1="50611" y1="4590" x2="51100" y2="6066"/>
                        <a14:foregroundMark x1="49389" y1="27377" x2="51100" y2="31967"/>
                        <a14:foregroundMark x1="24694" y1="48033" x2="24205" y2="51475"/>
                        <a14:foregroundMark x1="33007" y1="70656" x2="37164" y2="76885"/>
                        <a14:foregroundMark x1="44499" y1="75574" x2="44010" y2="75246"/>
                        <a14:foregroundMark x1="59413" y1="91803" x2="59902" y2="90000"/>
                        <a14:foregroundMark x1="59902" y1="90000" x2="66259" y2="90000"/>
                        <a14:foregroundMark x1="67726" y1="92131" x2="59413" y2="96393"/>
                        <a14:backgroundMark x1="8802" y1="14754" x2="11980" y2="20000"/>
                        <a14:backgroundMark x1="11980" y1="20000" x2="11736" y2="27377"/>
                        <a14:backgroundMark x1="11736" y1="27377" x2="11736" y2="10820"/>
                        <a14:backgroundMark x1="11736" y1="10820" x2="11980" y2="23115"/>
                        <a14:backgroundMark x1="11980" y1="23115" x2="11980" y2="22951"/>
                        <a14:backgroundMark x1="11980" y1="22951" x2="17115" y2="29836"/>
                        <a14:backgroundMark x1="17115" y1="29836" x2="19804" y2="16721"/>
                        <a14:backgroundMark x1="19804" y1="16721" x2="14670" y2="17869"/>
                        <a14:backgroundMark x1="14670" y1="17869" x2="10269" y2="37541"/>
                        <a14:backgroundMark x1="10269" y1="37541" x2="9291" y2="9836"/>
                        <a14:backgroundMark x1="9291" y1="9836" x2="9046" y2="10000"/>
                        <a14:backgroundMark x1="7579" y1="92459" x2="4890" y2="806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87" y="-58874"/>
            <a:ext cx="4529138" cy="6754949"/>
          </a:xfrm>
          <a:prstGeom prst="rect">
            <a:avLst/>
          </a:prstGeom>
        </p:spPr>
      </p:pic>
      <p:sp>
        <p:nvSpPr>
          <p:cNvPr id="313" name="Rectangle: Rounded Corners 312">
            <a:extLst>
              <a:ext uri="{FF2B5EF4-FFF2-40B4-BE49-F238E27FC236}">
                <a16:creationId xmlns:a16="http://schemas.microsoft.com/office/drawing/2014/main" id="{A503E20F-7647-4DD1-89A1-6C553519F3FF}"/>
              </a:ext>
            </a:extLst>
          </p:cNvPr>
          <p:cNvSpPr/>
          <p:nvPr/>
        </p:nvSpPr>
        <p:spPr>
          <a:xfrm>
            <a:off x="10969625" y="3895725"/>
            <a:ext cx="733425" cy="50482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98A2F5E-7934-4472-8EC4-8F3D45D0DB61}"/>
              </a:ext>
            </a:extLst>
          </p:cNvPr>
          <p:cNvGrpSpPr/>
          <p:nvPr/>
        </p:nvGrpSpPr>
        <p:grpSpPr>
          <a:xfrm>
            <a:off x="798805" y="808480"/>
            <a:ext cx="4586191" cy="5891409"/>
            <a:chOff x="62205" y="414780"/>
            <a:chExt cx="4586191" cy="5891409"/>
          </a:xfrm>
        </p:grpSpPr>
        <p:cxnSp>
          <p:nvCxnSpPr>
            <p:cNvPr id="155" name="Connector: Elbow 154">
              <a:extLst>
                <a:ext uri="{FF2B5EF4-FFF2-40B4-BE49-F238E27FC236}">
                  <a16:creationId xmlns:a16="http://schemas.microsoft.com/office/drawing/2014/main" id="{164CC2A6-A94A-4043-9CE2-C113B487A570}"/>
                </a:ext>
              </a:extLst>
            </p:cNvPr>
            <p:cNvCxnSpPr>
              <a:cxnSpLocks/>
            </p:cNvCxnSpPr>
            <p:nvPr/>
          </p:nvCxnSpPr>
          <p:spPr>
            <a:xfrm>
              <a:off x="3270708" y="663149"/>
              <a:ext cx="471340" cy="12700"/>
            </a:xfrm>
            <a:prstGeom prst="bentConnector3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B667565-B0E8-429C-90AB-C8F51CF262BE}"/>
                </a:ext>
              </a:extLst>
            </p:cNvPr>
            <p:cNvSpPr txBox="1"/>
            <p:nvPr/>
          </p:nvSpPr>
          <p:spPr>
            <a:xfrm>
              <a:off x="3789575" y="414780"/>
              <a:ext cx="8012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Bahnschrift Light SemiCondensed" panose="020B0502040204020203" pitchFamily="34" charset="0"/>
                </a:rPr>
                <a:t>Top protector</a:t>
              </a:r>
              <a:endParaRPr lang="id-ID" sz="1200">
                <a:latin typeface="Bahnschrift Light SemiCondensed" panose="020B0502040204020203" pitchFamily="34" charset="0"/>
              </a:endParaRPr>
            </a:p>
          </p:txBody>
        </p: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064CBE1B-F7BF-46DD-AC0A-5CE8CE2D5484}"/>
                </a:ext>
              </a:extLst>
            </p:cNvPr>
            <p:cNvCxnSpPr>
              <a:cxnSpLocks/>
              <a:endCxn id="164" idx="1"/>
            </p:cNvCxnSpPr>
            <p:nvPr/>
          </p:nvCxnSpPr>
          <p:spPr>
            <a:xfrm>
              <a:off x="2628998" y="1134261"/>
              <a:ext cx="861472" cy="62105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E053F050-9A25-4A29-9542-3A7C77473500}"/>
                </a:ext>
              </a:extLst>
            </p:cNvPr>
            <p:cNvSpPr txBox="1"/>
            <p:nvPr/>
          </p:nvSpPr>
          <p:spPr>
            <a:xfrm>
              <a:off x="3490470" y="1057866"/>
              <a:ext cx="11579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Bahnschrift Light SemiCondensed" panose="020B0502040204020203" pitchFamily="34" charset="0"/>
                </a:rPr>
                <a:t>Shockbreaker</a:t>
              </a:r>
              <a:endParaRPr lang="id-ID" sz="1200">
                <a:latin typeface="Bahnschrift Light SemiCondensed" panose="020B0502040204020203" pitchFamily="34" charset="0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BB8D66A2-128F-454D-B29D-461161798A21}"/>
                </a:ext>
              </a:extLst>
            </p:cNvPr>
            <p:cNvSpPr txBox="1"/>
            <p:nvPr/>
          </p:nvSpPr>
          <p:spPr>
            <a:xfrm>
              <a:off x="3338659" y="1753582"/>
              <a:ext cx="9411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Bahnschrift Light SemiCondensed" panose="020B0502040204020203" pitchFamily="34" charset="0"/>
                </a:rPr>
                <a:t>Inner Protector</a:t>
              </a:r>
              <a:endParaRPr lang="id-ID" sz="1200">
                <a:latin typeface="Bahnschrift Light SemiCondensed" panose="020B0502040204020203" pitchFamily="34" charset="0"/>
              </a:endParaRPr>
            </a:p>
          </p:txBody>
        </p: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6CA91F99-474A-464F-81F3-E40CD4A5FC83}"/>
                </a:ext>
              </a:extLst>
            </p:cNvPr>
            <p:cNvCxnSpPr>
              <a:cxnSpLocks/>
              <a:endCxn id="166" idx="1"/>
            </p:cNvCxnSpPr>
            <p:nvPr/>
          </p:nvCxnSpPr>
          <p:spPr>
            <a:xfrm>
              <a:off x="2941163" y="1984415"/>
              <a:ext cx="397496" cy="0"/>
            </a:xfrm>
            <a:prstGeom prst="straightConnector1">
              <a:avLst/>
            </a:prstGeom>
            <a:ln w="25400">
              <a:solidFill>
                <a:srgbClr val="C2C3C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6CE64E78-4825-4CB1-A068-0ECF1702E7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8544" y="2630076"/>
              <a:ext cx="0" cy="226244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5F79EAEC-4A72-45ED-BCCD-19A64959E4CD}"/>
                </a:ext>
              </a:extLst>
            </p:cNvPr>
            <p:cNvSpPr txBox="1"/>
            <p:nvPr/>
          </p:nvSpPr>
          <p:spPr>
            <a:xfrm>
              <a:off x="1332319" y="2209018"/>
              <a:ext cx="9678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Bahnschrift Light SemiCondensed" panose="020B0502040204020203" pitchFamily="34" charset="0"/>
                </a:rPr>
                <a:t>Local Storage</a:t>
              </a:r>
              <a:endParaRPr lang="id-ID" sz="1200">
                <a:latin typeface="Bahnschrift Light SemiCondensed" panose="020B0502040204020203" pitchFamily="34" charset="0"/>
              </a:endParaRPr>
            </a:p>
          </p:txBody>
        </p: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7319E5AF-99D1-4143-8F0F-C5C7E88C18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010" y="3044856"/>
              <a:ext cx="1" cy="292232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408D0002-DF0E-453F-BEC1-EA99B07EF63F}"/>
                </a:ext>
              </a:extLst>
            </p:cNvPr>
            <p:cNvSpPr txBox="1"/>
            <p:nvPr/>
          </p:nvSpPr>
          <p:spPr>
            <a:xfrm>
              <a:off x="259233" y="2587661"/>
              <a:ext cx="8814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Bahnschrift Light SemiCondensed" panose="020B0502040204020203" pitchFamily="34" charset="0"/>
                </a:rPr>
                <a:t>Bluetooth Anthena</a:t>
              </a:r>
              <a:endParaRPr lang="id-ID" sz="1200">
                <a:latin typeface="Bahnschrift Light SemiCondensed" panose="020B0502040204020203" pitchFamily="34" charset="0"/>
              </a:endParaRPr>
            </a:p>
          </p:txBody>
        </p:sp>
        <p:cxnSp>
          <p:nvCxnSpPr>
            <p:cNvPr id="186" name="Connector: Elbow 185">
              <a:extLst>
                <a:ext uri="{FF2B5EF4-FFF2-40B4-BE49-F238E27FC236}">
                  <a16:creationId xmlns:a16="http://schemas.microsoft.com/office/drawing/2014/main" id="{E806EE0A-DC8B-4683-80F1-E156922D543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64676" y="3775948"/>
              <a:ext cx="715333" cy="155027"/>
            </a:xfrm>
            <a:prstGeom prst="bentConnector3">
              <a:avLst/>
            </a:prstGeom>
            <a:ln w="25400">
              <a:solidFill>
                <a:srgbClr val="EE272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4A03A367-3461-41CE-B34D-C2557CF08433}"/>
                </a:ext>
              </a:extLst>
            </p:cNvPr>
            <p:cNvSpPr txBox="1"/>
            <p:nvPr/>
          </p:nvSpPr>
          <p:spPr>
            <a:xfrm>
              <a:off x="69472" y="3560191"/>
              <a:ext cx="8814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Bahnschrift Light SemiCondensed" panose="020B0502040204020203" pitchFamily="34" charset="0"/>
                </a:rPr>
                <a:t>Risk Indicator</a:t>
              </a:r>
              <a:endParaRPr lang="id-ID" sz="1200">
                <a:latin typeface="Bahnschrift Light SemiCondensed" panose="020B0502040204020203" pitchFamily="34" charset="0"/>
              </a:endParaRPr>
            </a:p>
          </p:txBody>
        </p:sp>
        <p:cxnSp>
          <p:nvCxnSpPr>
            <p:cNvPr id="189" name="Connector: Elbow 188">
              <a:extLst>
                <a:ext uri="{FF2B5EF4-FFF2-40B4-BE49-F238E27FC236}">
                  <a16:creationId xmlns:a16="http://schemas.microsoft.com/office/drawing/2014/main" id="{CD02F52C-C9AB-4C9D-87DD-DBC71F35662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70962" y="4046572"/>
              <a:ext cx="622363" cy="223769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3BD3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E047817A-487E-4BE1-9429-E51B38EF395E}"/>
                </a:ext>
              </a:extLst>
            </p:cNvPr>
            <p:cNvSpPr txBox="1"/>
            <p:nvPr/>
          </p:nvSpPr>
          <p:spPr>
            <a:xfrm>
              <a:off x="62205" y="4043584"/>
              <a:ext cx="11096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Bahnschrift Light SemiCondensed" panose="020B0502040204020203" pitchFamily="34" charset="0"/>
                </a:rPr>
                <a:t>Aplication Status</a:t>
              </a:r>
              <a:endParaRPr lang="id-ID" sz="1200">
                <a:latin typeface="Bahnschrift Light SemiCondensed" panose="020B0502040204020203" pitchFamily="34" charset="0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146F6016-D986-4E27-A9BA-1CBE9133AD17}"/>
                </a:ext>
              </a:extLst>
            </p:cNvPr>
            <p:cNvSpPr txBox="1"/>
            <p:nvPr/>
          </p:nvSpPr>
          <p:spPr>
            <a:xfrm>
              <a:off x="267413" y="4569155"/>
              <a:ext cx="8524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Bahnschrift Light SemiCondensed" panose="020B0502040204020203" pitchFamily="34" charset="0"/>
                </a:rPr>
                <a:t>Main Screen</a:t>
              </a:r>
              <a:endParaRPr lang="id-ID" sz="1200">
                <a:latin typeface="Bahnschrift Light SemiCondensed" panose="020B0502040204020203" pitchFamily="34" charset="0"/>
              </a:endParaRPr>
            </a:p>
          </p:txBody>
        </p: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FDC868DC-79CC-4DB7-A7AA-2DAE8566AF8E}"/>
                </a:ext>
              </a:extLst>
            </p:cNvPr>
            <p:cNvCxnSpPr>
              <a:cxnSpLocks/>
              <a:endCxn id="199" idx="3"/>
            </p:cNvCxnSpPr>
            <p:nvPr/>
          </p:nvCxnSpPr>
          <p:spPr>
            <a:xfrm flipH="1">
              <a:off x="1119901" y="4799988"/>
              <a:ext cx="624058" cy="0"/>
            </a:xfrm>
            <a:prstGeom prst="straightConnector1">
              <a:avLst/>
            </a:prstGeom>
            <a:ln w="25400">
              <a:solidFill>
                <a:srgbClr val="89898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B723BFEF-63B1-4405-9542-7F3C5524EE32}"/>
                </a:ext>
              </a:extLst>
            </p:cNvPr>
            <p:cNvSpPr txBox="1"/>
            <p:nvPr/>
          </p:nvSpPr>
          <p:spPr>
            <a:xfrm>
              <a:off x="650082" y="4993624"/>
              <a:ext cx="6802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Bahnschrift Light SemiCondensed" panose="020B0502040204020203" pitchFamily="34" charset="0"/>
                </a:rPr>
                <a:t>Control Button</a:t>
              </a:r>
              <a:endParaRPr lang="id-ID" sz="1200">
                <a:latin typeface="Bahnschrift Light SemiCondensed" panose="020B0502040204020203" pitchFamily="34" charset="0"/>
              </a:endParaRPr>
            </a:p>
          </p:txBody>
        </p:sp>
        <p:cxnSp>
          <p:nvCxnSpPr>
            <p:cNvPr id="211" name="Connector: Elbow 210">
              <a:extLst>
                <a:ext uri="{FF2B5EF4-FFF2-40B4-BE49-F238E27FC236}">
                  <a16:creationId xmlns:a16="http://schemas.microsoft.com/office/drawing/2014/main" id="{B7024F37-D907-45ED-8559-8E319AE82DE6}"/>
                </a:ext>
              </a:extLst>
            </p:cNvPr>
            <p:cNvCxnSpPr>
              <a:cxnSpLocks/>
              <a:endCxn id="207" idx="3"/>
            </p:cNvCxnSpPr>
            <p:nvPr/>
          </p:nvCxnSpPr>
          <p:spPr>
            <a:xfrm rot="10800000" flipV="1">
              <a:off x="1330325" y="4760535"/>
              <a:ext cx="743572" cy="463921"/>
            </a:xfrm>
            <a:prstGeom prst="bentConnector3">
              <a:avLst>
                <a:gd name="adj1" fmla="val -1979"/>
              </a:avLst>
            </a:prstGeom>
            <a:ln w="25400">
              <a:solidFill>
                <a:srgbClr val="C7C7C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ctor: Elbow 217">
              <a:extLst>
                <a:ext uri="{FF2B5EF4-FFF2-40B4-BE49-F238E27FC236}">
                  <a16:creationId xmlns:a16="http://schemas.microsoft.com/office/drawing/2014/main" id="{D770E2A7-7948-47E1-BE39-80F96DD7655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838328" y="4741682"/>
              <a:ext cx="952007" cy="820918"/>
            </a:xfrm>
            <a:prstGeom prst="bentConnector3">
              <a:avLst/>
            </a:prstGeom>
            <a:ln w="25400">
              <a:solidFill>
                <a:srgbClr val="C0C0B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302D59C4-697F-4AFA-95CD-FA35FD15453C}"/>
                </a:ext>
              </a:extLst>
            </p:cNvPr>
            <p:cNvSpPr txBox="1"/>
            <p:nvPr/>
          </p:nvSpPr>
          <p:spPr>
            <a:xfrm>
              <a:off x="838200" y="5403199"/>
              <a:ext cx="9747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Bahnschrift Light SemiCondensed" panose="020B0502040204020203" pitchFamily="34" charset="0"/>
                </a:rPr>
                <a:t>Conductivity Sensor</a:t>
              </a:r>
              <a:endParaRPr lang="id-ID" sz="1200">
                <a:latin typeface="Bahnschrift Light SemiCondensed" panose="020B0502040204020203" pitchFamily="34" charset="0"/>
              </a:endParaRP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4DDDCF36-F7AF-47D2-8737-FF9FAC202E26}"/>
                </a:ext>
              </a:extLst>
            </p:cNvPr>
            <p:cNvSpPr txBox="1"/>
            <p:nvPr/>
          </p:nvSpPr>
          <p:spPr>
            <a:xfrm>
              <a:off x="1285876" y="5844524"/>
              <a:ext cx="8572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Bahnschrift Light SemiCondensed" panose="020B0502040204020203" pitchFamily="34" charset="0"/>
                </a:rPr>
                <a:t>Lion Battery</a:t>
              </a:r>
              <a:endParaRPr lang="id-ID" sz="1200">
                <a:latin typeface="Bahnschrift Light SemiCondensed" panose="020B0502040204020203" pitchFamily="34" charset="0"/>
              </a:endParaRPr>
            </a:p>
          </p:txBody>
        </p:sp>
        <p:cxnSp>
          <p:nvCxnSpPr>
            <p:cNvPr id="228" name="Straight Arrow Connector 227">
              <a:extLst>
                <a:ext uri="{FF2B5EF4-FFF2-40B4-BE49-F238E27FC236}">
                  <a16:creationId xmlns:a16="http://schemas.microsoft.com/office/drawing/2014/main" id="{FDA8DF48-F283-4D86-A2C6-B29A953242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5951" y="6018207"/>
              <a:ext cx="400049" cy="0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Arrow Connector 230">
              <a:extLst>
                <a:ext uri="{FF2B5EF4-FFF2-40B4-BE49-F238E27FC236}">
                  <a16:creationId xmlns:a16="http://schemas.microsoft.com/office/drawing/2014/main" id="{6927F26A-F7E4-4611-96A6-CD70780C84DA}"/>
                </a:ext>
              </a:extLst>
            </p:cNvPr>
            <p:cNvCxnSpPr>
              <a:cxnSpLocks/>
            </p:cNvCxnSpPr>
            <p:nvPr/>
          </p:nvCxnSpPr>
          <p:spPr>
            <a:xfrm>
              <a:off x="3429000" y="4569460"/>
              <a:ext cx="205740" cy="0"/>
            </a:xfrm>
            <a:prstGeom prst="straightConnector1">
              <a:avLst/>
            </a:prstGeom>
            <a:ln w="25400">
              <a:solidFill>
                <a:srgbClr val="7A766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BAB7E80F-EC72-4521-850D-8DE293320EDB}"/>
                </a:ext>
              </a:extLst>
            </p:cNvPr>
            <p:cNvSpPr txBox="1"/>
            <p:nvPr/>
          </p:nvSpPr>
          <p:spPr>
            <a:xfrm>
              <a:off x="3576320" y="4337034"/>
              <a:ext cx="10033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Bahnschrift Light SemiCondensed" panose="020B0502040204020203" pitchFamily="34" charset="0"/>
                </a:rPr>
                <a:t>Temperature Sensor</a:t>
              </a:r>
              <a:endParaRPr lang="id-ID" sz="1200">
                <a:latin typeface="Bahnschrift Light SemiCondensed" panose="020B0502040204020203" pitchFamily="34" charset="0"/>
              </a:endParaRPr>
            </a:p>
          </p:txBody>
        </p: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D28A09B7-785A-4DAB-899E-5057300640D2}"/>
                </a:ext>
              </a:extLst>
            </p:cNvPr>
            <p:cNvCxnSpPr>
              <a:cxnSpLocks/>
              <a:endCxn id="234" idx="1"/>
            </p:cNvCxnSpPr>
            <p:nvPr/>
          </p:nvCxnSpPr>
          <p:spPr>
            <a:xfrm>
              <a:off x="3327662" y="3995474"/>
              <a:ext cx="250563" cy="0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C2B6DA31-9826-42FE-9426-D2BDF56545D6}"/>
                </a:ext>
              </a:extLst>
            </p:cNvPr>
            <p:cNvSpPr txBox="1"/>
            <p:nvPr/>
          </p:nvSpPr>
          <p:spPr>
            <a:xfrm>
              <a:off x="3578225" y="3856974"/>
              <a:ext cx="9207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Bahnschrift Light SemiCondensed" panose="020B0502040204020203" pitchFamily="34" charset="0"/>
                </a:rPr>
                <a:t>Main Casing</a:t>
              </a:r>
              <a:endParaRPr lang="id-ID" sz="1200">
                <a:latin typeface="Bahnschrift Light SemiCondensed" panose="020B0502040204020203" pitchFamily="34" charset="0"/>
              </a:endParaRPr>
            </a:p>
          </p:txBody>
        </p:sp>
        <p:cxnSp>
          <p:nvCxnSpPr>
            <p:cNvPr id="237" name="Connector: Elbow 236">
              <a:extLst>
                <a:ext uri="{FF2B5EF4-FFF2-40B4-BE49-F238E27FC236}">
                  <a16:creationId xmlns:a16="http://schemas.microsoft.com/office/drawing/2014/main" id="{40CDE6BA-81A1-4829-BB12-542A66E4AD6A}"/>
                </a:ext>
              </a:extLst>
            </p:cNvPr>
            <p:cNvCxnSpPr>
              <a:cxnSpLocks/>
            </p:cNvCxnSpPr>
            <p:nvPr/>
          </p:nvCxnSpPr>
          <p:spPr>
            <a:xfrm>
              <a:off x="2905125" y="3133725"/>
              <a:ext cx="581025" cy="333375"/>
            </a:xfrm>
            <a:prstGeom prst="bentConnector3">
              <a:avLst/>
            </a:prstGeom>
            <a:ln w="25400">
              <a:solidFill>
                <a:srgbClr val="B2B1B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86827161-EE0F-42B9-BC27-D10AC521F0D0}"/>
                </a:ext>
              </a:extLst>
            </p:cNvPr>
            <p:cNvSpPr txBox="1"/>
            <p:nvPr/>
          </p:nvSpPr>
          <p:spPr>
            <a:xfrm>
              <a:off x="3524251" y="3241024"/>
              <a:ext cx="914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Bahnschrift Light SemiCondensed" panose="020B0502040204020203" pitchFamily="34" charset="0"/>
                </a:rPr>
                <a:t>Pressure Sensor</a:t>
              </a:r>
              <a:endParaRPr lang="id-ID" sz="1200">
                <a:latin typeface="Bahnschrift Light SemiCondensed" panose="020B0502040204020203" pitchFamily="34" charset="0"/>
              </a:endParaRPr>
            </a:p>
          </p:txBody>
        </p:sp>
        <p:cxnSp>
          <p:nvCxnSpPr>
            <p:cNvPr id="241" name="Connector: Elbow 240">
              <a:extLst>
                <a:ext uri="{FF2B5EF4-FFF2-40B4-BE49-F238E27FC236}">
                  <a16:creationId xmlns:a16="http://schemas.microsoft.com/office/drawing/2014/main" id="{885ADBF0-3800-41B8-BE80-84B1E2D403A3}"/>
                </a:ext>
              </a:extLst>
            </p:cNvPr>
            <p:cNvCxnSpPr>
              <a:cxnSpLocks/>
              <a:endCxn id="245" idx="1"/>
            </p:cNvCxnSpPr>
            <p:nvPr/>
          </p:nvCxnSpPr>
          <p:spPr>
            <a:xfrm flipV="1">
              <a:off x="2381250" y="2827074"/>
              <a:ext cx="971551" cy="182826"/>
            </a:xfrm>
            <a:prstGeom prst="bentConnector3">
              <a:avLst>
                <a:gd name="adj1" fmla="val 9804"/>
              </a:avLst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F729DD7B-8E7F-4037-A170-A500C8AA4E43}"/>
                </a:ext>
              </a:extLst>
            </p:cNvPr>
            <p:cNvSpPr txBox="1"/>
            <p:nvPr/>
          </p:nvSpPr>
          <p:spPr>
            <a:xfrm>
              <a:off x="3352801" y="2688574"/>
              <a:ext cx="12001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Bahnschrift Light SemiCondensed" panose="020B0502040204020203" pitchFamily="34" charset="0"/>
                </a:rPr>
                <a:t>Microcontroller</a:t>
              </a:r>
              <a:endParaRPr lang="id-ID" sz="1200">
                <a:latin typeface="Bahnschrift Light SemiCondensed" panose="020B0502040204020203" pitchFamily="34" charset="0"/>
              </a:endParaRPr>
            </a:p>
          </p:txBody>
        </p:sp>
      </p:grpSp>
      <p:sp>
        <p:nvSpPr>
          <p:cNvPr id="285" name="Rectangle 284">
            <a:extLst>
              <a:ext uri="{FF2B5EF4-FFF2-40B4-BE49-F238E27FC236}">
                <a16:creationId xmlns:a16="http://schemas.microsoft.com/office/drawing/2014/main" id="{75ED3FF4-A8D6-44BA-84EC-0041AE204AD2}"/>
              </a:ext>
            </a:extLst>
          </p:cNvPr>
          <p:cNvSpPr/>
          <p:nvPr/>
        </p:nvSpPr>
        <p:spPr>
          <a:xfrm>
            <a:off x="7264400" y="2228850"/>
            <a:ext cx="3743325" cy="31908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F7704FD0-BDA3-47FD-8711-3DE1577D0D8A}"/>
              </a:ext>
            </a:extLst>
          </p:cNvPr>
          <p:cNvSpPr/>
          <p:nvPr/>
        </p:nvSpPr>
        <p:spPr>
          <a:xfrm>
            <a:off x="7578725" y="2409825"/>
            <a:ext cx="238125" cy="257175"/>
          </a:xfrm>
          <a:prstGeom prst="ellipse">
            <a:avLst/>
          </a:prstGeom>
          <a:solidFill>
            <a:srgbClr val="EA232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7EFA22E1-B2E0-440C-B088-C1C56811017D}"/>
              </a:ext>
            </a:extLst>
          </p:cNvPr>
          <p:cNvSpPr/>
          <p:nvPr/>
        </p:nvSpPr>
        <p:spPr>
          <a:xfrm>
            <a:off x="7893050" y="2409825"/>
            <a:ext cx="238125" cy="257175"/>
          </a:xfrm>
          <a:prstGeom prst="ellipse">
            <a:avLst/>
          </a:prstGeom>
          <a:solidFill>
            <a:srgbClr val="00E0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3D4FC750-990D-4ED0-AA0E-9E280A071BD8}"/>
              </a:ext>
            </a:extLst>
          </p:cNvPr>
          <p:cNvSpPr/>
          <p:nvPr/>
        </p:nvSpPr>
        <p:spPr>
          <a:xfrm>
            <a:off x="7512049" y="2819400"/>
            <a:ext cx="1381125" cy="24003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1E81FFAB-25E7-4296-971F-F9B89A35F0A1}"/>
              </a:ext>
            </a:extLst>
          </p:cNvPr>
          <p:cNvSpPr/>
          <p:nvPr/>
        </p:nvSpPr>
        <p:spPr>
          <a:xfrm>
            <a:off x="10369550" y="2362200"/>
            <a:ext cx="466725" cy="48577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213E8844-0419-4BAE-BA75-CE9E0C99BA3B}"/>
              </a:ext>
            </a:extLst>
          </p:cNvPr>
          <p:cNvGrpSpPr/>
          <p:nvPr/>
        </p:nvGrpSpPr>
        <p:grpSpPr>
          <a:xfrm>
            <a:off x="9074150" y="3905250"/>
            <a:ext cx="1295400" cy="1190625"/>
            <a:chOff x="7991475" y="3838575"/>
            <a:chExt cx="1295400" cy="1190625"/>
          </a:xfrm>
        </p:grpSpPr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A715446F-095E-4DBB-8778-8713447AE49D}"/>
                </a:ext>
              </a:extLst>
            </p:cNvPr>
            <p:cNvSpPr/>
            <p:nvPr/>
          </p:nvSpPr>
          <p:spPr>
            <a:xfrm>
              <a:off x="7991475" y="3838575"/>
              <a:ext cx="1295400" cy="11906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81657A71-DB50-4683-AB69-41C4ABC9B405}"/>
                </a:ext>
              </a:extLst>
            </p:cNvPr>
            <p:cNvCxnSpPr>
              <a:cxnSpLocks/>
              <a:stCxn id="289" idx="1"/>
              <a:endCxn id="289" idx="5"/>
            </p:cNvCxnSpPr>
            <p:nvPr/>
          </p:nvCxnSpPr>
          <p:spPr>
            <a:xfrm>
              <a:off x="8181182" y="4012938"/>
              <a:ext cx="915986" cy="841899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854459C2-6943-48E8-BEAE-3FB70BBEC933}"/>
                </a:ext>
              </a:extLst>
            </p:cNvPr>
            <p:cNvCxnSpPr>
              <a:cxnSpLocks/>
              <a:endCxn id="289" idx="7"/>
            </p:cNvCxnSpPr>
            <p:nvPr/>
          </p:nvCxnSpPr>
          <p:spPr>
            <a:xfrm flipV="1">
              <a:off x="8172450" y="4012938"/>
              <a:ext cx="924718" cy="873388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8C3E6F0C-ABA3-4982-9C1F-065E6C6DC849}"/>
                </a:ext>
              </a:extLst>
            </p:cNvPr>
            <p:cNvSpPr/>
            <p:nvPr/>
          </p:nvSpPr>
          <p:spPr>
            <a:xfrm>
              <a:off x="8439150" y="4200525"/>
              <a:ext cx="428625" cy="4572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98" name="Arrow: Down 297">
              <a:extLst>
                <a:ext uri="{FF2B5EF4-FFF2-40B4-BE49-F238E27FC236}">
                  <a16:creationId xmlns:a16="http://schemas.microsoft.com/office/drawing/2014/main" id="{20D39AA7-DA7E-4C93-80D7-8816183ED91F}"/>
                </a:ext>
              </a:extLst>
            </p:cNvPr>
            <p:cNvSpPr/>
            <p:nvPr/>
          </p:nvSpPr>
          <p:spPr>
            <a:xfrm>
              <a:off x="8543925" y="4762499"/>
              <a:ext cx="200025" cy="180975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99" name="Arrow: Down 298">
              <a:extLst>
                <a:ext uri="{FF2B5EF4-FFF2-40B4-BE49-F238E27FC236}">
                  <a16:creationId xmlns:a16="http://schemas.microsoft.com/office/drawing/2014/main" id="{A52402F4-7314-4E0E-A0C5-C7389ACD2E90}"/>
                </a:ext>
              </a:extLst>
            </p:cNvPr>
            <p:cNvSpPr/>
            <p:nvPr/>
          </p:nvSpPr>
          <p:spPr>
            <a:xfrm rot="10800000">
              <a:off x="8553450" y="3914774"/>
              <a:ext cx="200025" cy="180975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00" name="Arrow: Down 299">
              <a:extLst>
                <a:ext uri="{FF2B5EF4-FFF2-40B4-BE49-F238E27FC236}">
                  <a16:creationId xmlns:a16="http://schemas.microsoft.com/office/drawing/2014/main" id="{36DF3BCA-F126-459A-9DCE-9E674022CFA7}"/>
                </a:ext>
              </a:extLst>
            </p:cNvPr>
            <p:cNvSpPr/>
            <p:nvPr/>
          </p:nvSpPr>
          <p:spPr>
            <a:xfrm rot="16200000">
              <a:off x="8982075" y="4324349"/>
              <a:ext cx="200025" cy="180975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01" name="Arrow: Down 300">
              <a:extLst>
                <a:ext uri="{FF2B5EF4-FFF2-40B4-BE49-F238E27FC236}">
                  <a16:creationId xmlns:a16="http://schemas.microsoft.com/office/drawing/2014/main" id="{465880DB-FFAA-4287-8A92-B5EA51186E85}"/>
                </a:ext>
              </a:extLst>
            </p:cNvPr>
            <p:cNvSpPr/>
            <p:nvPr/>
          </p:nvSpPr>
          <p:spPr>
            <a:xfrm rot="5400000">
              <a:off x="8143875" y="4324349"/>
              <a:ext cx="200025" cy="180975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303" name="TextBox 302">
            <a:extLst>
              <a:ext uri="{FF2B5EF4-FFF2-40B4-BE49-F238E27FC236}">
                <a16:creationId xmlns:a16="http://schemas.microsoft.com/office/drawing/2014/main" id="{119F2DE0-7EE9-419E-AC24-558B8853F283}"/>
              </a:ext>
            </a:extLst>
          </p:cNvPr>
          <p:cNvSpPr txBox="1"/>
          <p:nvPr/>
        </p:nvSpPr>
        <p:spPr>
          <a:xfrm>
            <a:off x="7569200" y="3248025"/>
            <a:ext cx="16192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95000"/>
                  </a:schemeClr>
                </a:solidFill>
                <a:latin typeface="Bahnschrift SemiLight SemiConde" panose="020B0502040204020203" pitchFamily="34" charset="0"/>
              </a:rPr>
              <a:t>T = 30</a:t>
            </a:r>
            <a:r>
              <a:rPr lang="id-ID" sz="1600" b="1">
                <a:solidFill>
                  <a:schemeClr val="bg1">
                    <a:lumMod val="95000"/>
                  </a:schemeClr>
                </a:solidFill>
                <a:effectLst/>
              </a:rPr>
              <a:t>°</a:t>
            </a:r>
            <a:r>
              <a:rPr lang="en-US" sz="1600" b="1">
                <a:solidFill>
                  <a:schemeClr val="bg1">
                    <a:lumMod val="95000"/>
                  </a:schemeClr>
                </a:solidFill>
                <a:effectLst/>
              </a:rPr>
              <a:t>C</a:t>
            </a:r>
            <a:endParaRPr lang="en-US" sz="1500">
              <a:solidFill>
                <a:schemeClr val="bg1">
                  <a:lumMod val="95000"/>
                </a:schemeClr>
              </a:solidFill>
              <a:latin typeface="Bahnschrift SemiLight SemiConde" panose="020B0502040204020203" pitchFamily="34" charset="0"/>
            </a:endParaRPr>
          </a:p>
          <a:p>
            <a:r>
              <a:rPr lang="en-US" sz="1500">
                <a:solidFill>
                  <a:schemeClr val="bg1">
                    <a:lumMod val="95000"/>
                  </a:schemeClr>
                </a:solidFill>
                <a:latin typeface="Bahnschrift SemiLight SemiConde" panose="020B0502040204020203" pitchFamily="34" charset="0"/>
              </a:rPr>
              <a:t>WS = 10 knot</a:t>
            </a:r>
          </a:p>
          <a:p>
            <a:r>
              <a:rPr lang="en-US" sz="1500">
                <a:solidFill>
                  <a:schemeClr val="bg1">
                    <a:lumMod val="95000"/>
                  </a:schemeClr>
                </a:solidFill>
                <a:latin typeface="Bahnschrift SemiLight SemiConde" panose="020B0502040204020203" pitchFamily="34" charset="0"/>
              </a:rPr>
              <a:t>WND = 135</a:t>
            </a:r>
            <a:r>
              <a:rPr lang="id-ID" sz="1400" b="1">
                <a:solidFill>
                  <a:schemeClr val="bg1">
                    <a:lumMod val="95000"/>
                  </a:schemeClr>
                </a:solidFill>
                <a:effectLst/>
              </a:rPr>
              <a:t>°</a:t>
            </a:r>
            <a:r>
              <a:rPr lang="en-US" sz="1500">
                <a:solidFill>
                  <a:schemeClr val="bg1">
                    <a:lumMod val="95000"/>
                  </a:schemeClr>
                </a:solidFill>
                <a:latin typeface="Bahnschrift SemiLight SemiConde" panose="020B0502040204020203" pitchFamily="34" charset="0"/>
              </a:rPr>
              <a:t> (SE)</a:t>
            </a:r>
          </a:p>
          <a:p>
            <a:r>
              <a:rPr lang="en-US" sz="1500">
                <a:solidFill>
                  <a:schemeClr val="bg1">
                    <a:lumMod val="95000"/>
                  </a:schemeClr>
                </a:solidFill>
                <a:latin typeface="Bahnschrift SemiLight SemiConde" panose="020B0502040204020203" pitchFamily="34" charset="0"/>
              </a:rPr>
              <a:t>pH = 7</a:t>
            </a:r>
          </a:p>
          <a:p>
            <a:r>
              <a:rPr lang="en-US" sz="1500">
                <a:solidFill>
                  <a:schemeClr val="bg1">
                    <a:lumMod val="95000"/>
                  </a:schemeClr>
                </a:solidFill>
                <a:latin typeface="Bahnschrift SemiLight SemiConde" panose="020B0502040204020203" pitchFamily="34" charset="0"/>
              </a:rPr>
              <a:t>S = 5.5</a:t>
            </a:r>
          </a:p>
          <a:p>
            <a:r>
              <a:rPr lang="en-US" sz="1500">
                <a:solidFill>
                  <a:schemeClr val="bg1">
                    <a:lumMod val="95000"/>
                  </a:schemeClr>
                </a:solidFill>
                <a:latin typeface="Bahnschrift SemiLight SemiConde" panose="020B0502040204020203" pitchFamily="34" charset="0"/>
              </a:rPr>
              <a:t>WVD = 90</a:t>
            </a:r>
            <a:r>
              <a:rPr lang="id-ID" sz="1400" b="1">
                <a:solidFill>
                  <a:schemeClr val="bg1">
                    <a:lumMod val="95000"/>
                  </a:schemeClr>
                </a:solidFill>
                <a:effectLst/>
              </a:rPr>
              <a:t>°</a:t>
            </a:r>
            <a:r>
              <a:rPr lang="en-US" sz="1500">
                <a:solidFill>
                  <a:schemeClr val="bg1">
                    <a:lumMod val="95000"/>
                  </a:schemeClr>
                </a:solidFill>
                <a:latin typeface="Bahnschrift SemiLight SemiConde" panose="020B0502040204020203" pitchFamily="34" charset="0"/>
              </a:rPr>
              <a:t> (E)</a:t>
            </a:r>
          </a:p>
          <a:p>
            <a:endParaRPr lang="en-US" sz="1500">
              <a:solidFill>
                <a:schemeClr val="bg1">
                  <a:lumMod val="95000"/>
                </a:schemeClr>
              </a:solidFill>
              <a:latin typeface="Bahnschrift SemiLight SemiConde" panose="020B0502040204020203" pitchFamily="34" charset="0"/>
            </a:endParaRPr>
          </a:p>
          <a:p>
            <a:r>
              <a:rPr lang="en-US" sz="1200">
                <a:solidFill>
                  <a:schemeClr val="bg1">
                    <a:lumMod val="95000"/>
                  </a:schemeClr>
                </a:solidFill>
                <a:latin typeface="Bahnschrift SemiLight SemiConde" panose="020B0502040204020203" pitchFamily="34" charset="0"/>
              </a:rPr>
              <a:t>Back</a:t>
            </a:r>
            <a:endParaRPr lang="id-ID" sz="1200">
              <a:solidFill>
                <a:schemeClr val="bg1">
                  <a:lumMod val="95000"/>
                </a:schemeClr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25A2CE37-E8A7-44DB-8B99-00551FF7DC13}"/>
              </a:ext>
            </a:extLst>
          </p:cNvPr>
          <p:cNvSpPr txBox="1"/>
          <p:nvPr/>
        </p:nvSpPr>
        <p:spPr>
          <a:xfrm>
            <a:off x="7550150" y="2895600"/>
            <a:ext cx="16192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>
                <a:solidFill>
                  <a:schemeClr val="bg1">
                    <a:lumMod val="95000"/>
                  </a:schemeClr>
                </a:solidFill>
                <a:latin typeface="Bahnschrift SemiLight SemiConde" panose="020B0502040204020203" pitchFamily="34" charset="0"/>
              </a:rPr>
              <a:t>Sensor Data</a:t>
            </a:r>
            <a:endParaRPr lang="id-ID" sz="1500" b="1">
              <a:solidFill>
                <a:schemeClr val="bg1">
                  <a:lumMod val="95000"/>
                </a:schemeClr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5EE7DF7D-0A56-4339-9B07-34CD9DCFEAFC}"/>
              </a:ext>
            </a:extLst>
          </p:cNvPr>
          <p:cNvSpPr/>
          <p:nvPr/>
        </p:nvSpPr>
        <p:spPr>
          <a:xfrm>
            <a:off x="6740524" y="2571750"/>
            <a:ext cx="514351" cy="1809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808CE5FD-DB75-4072-B842-32085555985D}"/>
              </a:ext>
            </a:extLst>
          </p:cNvPr>
          <p:cNvSpPr/>
          <p:nvPr/>
        </p:nvSpPr>
        <p:spPr>
          <a:xfrm>
            <a:off x="6873875" y="609600"/>
            <a:ext cx="276225" cy="196215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46393F48-A5CC-4E86-BF42-39ABAD894018}"/>
              </a:ext>
            </a:extLst>
          </p:cNvPr>
          <p:cNvSpPr/>
          <p:nvPr/>
        </p:nvSpPr>
        <p:spPr>
          <a:xfrm>
            <a:off x="7207251" y="1857375"/>
            <a:ext cx="3886200" cy="40957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BDC8AE86-EE9F-47B7-BB3E-7B0180165390}"/>
              </a:ext>
            </a:extLst>
          </p:cNvPr>
          <p:cNvSpPr txBox="1"/>
          <p:nvPr/>
        </p:nvSpPr>
        <p:spPr>
          <a:xfrm>
            <a:off x="8978899" y="2952750"/>
            <a:ext cx="2047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Montserrat Black" pitchFamily="2" charset="0"/>
              </a:rPr>
              <a:t>SMARTNET v1.0</a:t>
            </a:r>
            <a:endParaRPr lang="id-ID" sz="2400" b="1">
              <a:solidFill>
                <a:schemeClr val="bg1">
                  <a:lumMod val="95000"/>
                </a:schemeClr>
              </a:solidFill>
              <a:latin typeface="Montserrat Black" pitchFamily="2" charset="0"/>
            </a:endParaRPr>
          </a:p>
        </p:txBody>
      </p:sp>
      <p:sp>
        <p:nvSpPr>
          <p:cNvPr id="314" name="Rectangle: Rounded Corners 313">
            <a:extLst>
              <a:ext uri="{FF2B5EF4-FFF2-40B4-BE49-F238E27FC236}">
                <a16:creationId xmlns:a16="http://schemas.microsoft.com/office/drawing/2014/main" id="{5B317EBA-B7C0-4EAA-9E0F-02C9771A03F2}"/>
              </a:ext>
            </a:extLst>
          </p:cNvPr>
          <p:cNvSpPr/>
          <p:nvPr/>
        </p:nvSpPr>
        <p:spPr>
          <a:xfrm>
            <a:off x="10998200" y="3152775"/>
            <a:ext cx="1209675" cy="50482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78586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5D7CA82C-B5ED-4605-8DB0-EA6C3521B2BE}"/>
              </a:ext>
            </a:extLst>
          </p:cNvPr>
          <p:cNvGrpSpPr/>
          <p:nvPr/>
        </p:nvGrpSpPr>
        <p:grpSpPr>
          <a:xfrm>
            <a:off x="150587" y="669471"/>
            <a:ext cx="3886200" cy="5000624"/>
            <a:chOff x="498929" y="800100"/>
            <a:chExt cx="3886200" cy="500062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D6232B-4744-4EAB-A588-174EFFF7B081}"/>
                </a:ext>
              </a:extLst>
            </p:cNvPr>
            <p:cNvSpPr/>
            <p:nvPr/>
          </p:nvSpPr>
          <p:spPr>
            <a:xfrm>
              <a:off x="541564" y="2609850"/>
              <a:ext cx="3743325" cy="3190874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F840F5B-D31C-459D-AC6E-967B47E408AD}"/>
                </a:ext>
              </a:extLst>
            </p:cNvPr>
            <p:cNvSpPr/>
            <p:nvPr/>
          </p:nvSpPr>
          <p:spPr>
            <a:xfrm>
              <a:off x="498929" y="2238375"/>
              <a:ext cx="3886200" cy="40957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9D0A4BF-5A2C-49F9-8013-F536A18A4345}"/>
                </a:ext>
              </a:extLst>
            </p:cNvPr>
            <p:cNvSpPr/>
            <p:nvPr/>
          </p:nvSpPr>
          <p:spPr>
            <a:xfrm>
              <a:off x="3585028" y="800100"/>
              <a:ext cx="276225" cy="1962151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559D7F3-A3C7-4F96-9385-0B4C0DCCDC60}"/>
                </a:ext>
              </a:extLst>
            </p:cNvPr>
            <p:cNvSpPr/>
            <p:nvPr/>
          </p:nvSpPr>
          <p:spPr>
            <a:xfrm rot="5400000">
              <a:off x="3546928" y="2190750"/>
              <a:ext cx="276225" cy="86677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7D92D96-FCB7-46D7-8B32-DF69ECC20E6E}"/>
                </a:ext>
              </a:extLst>
            </p:cNvPr>
            <p:cNvSpPr/>
            <p:nvPr/>
          </p:nvSpPr>
          <p:spPr>
            <a:xfrm>
              <a:off x="3978728" y="2819400"/>
              <a:ext cx="76200" cy="76200"/>
            </a:xfrm>
            <a:prstGeom prst="ellipse">
              <a:avLst/>
            </a:prstGeom>
            <a:solidFill>
              <a:srgbClr val="00E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70B2AA3-3F5D-4B56-AFA7-9C9F29A30B3E}"/>
                </a:ext>
              </a:extLst>
            </p:cNvPr>
            <p:cNvSpPr/>
            <p:nvPr/>
          </p:nvSpPr>
          <p:spPr>
            <a:xfrm>
              <a:off x="3721554" y="5038729"/>
              <a:ext cx="238125" cy="55245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AA07DEC-3833-450C-AA09-D0003826C8D9}"/>
                </a:ext>
              </a:extLst>
            </p:cNvPr>
            <p:cNvSpPr/>
            <p:nvPr/>
          </p:nvSpPr>
          <p:spPr>
            <a:xfrm>
              <a:off x="4035878" y="5038727"/>
              <a:ext cx="66675" cy="55245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9627B35-07EB-4C2A-AC37-8601C84F48FC}"/>
              </a:ext>
            </a:extLst>
          </p:cNvPr>
          <p:cNvGrpSpPr/>
          <p:nvPr/>
        </p:nvGrpSpPr>
        <p:grpSpPr>
          <a:xfrm>
            <a:off x="4306660" y="841829"/>
            <a:ext cx="5467351" cy="5021034"/>
            <a:chOff x="6740524" y="413204"/>
            <a:chExt cx="5467351" cy="5021034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5C8B3E8E-50A3-42AE-B841-004CDF65F317}"/>
                </a:ext>
              </a:extLst>
            </p:cNvPr>
            <p:cNvSpPr/>
            <p:nvPr/>
          </p:nvSpPr>
          <p:spPr>
            <a:xfrm>
              <a:off x="10969625" y="3895725"/>
              <a:ext cx="733425" cy="504825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27CC2B2-1BDC-444E-A923-27E708214B64}"/>
                </a:ext>
              </a:extLst>
            </p:cNvPr>
            <p:cNvSpPr/>
            <p:nvPr/>
          </p:nvSpPr>
          <p:spPr>
            <a:xfrm>
              <a:off x="7264400" y="2243364"/>
              <a:ext cx="3743325" cy="3190874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9506256-2347-4DE8-ABD4-42EB967B59FF}"/>
                </a:ext>
              </a:extLst>
            </p:cNvPr>
            <p:cNvSpPr/>
            <p:nvPr/>
          </p:nvSpPr>
          <p:spPr>
            <a:xfrm>
              <a:off x="7578725" y="2409825"/>
              <a:ext cx="238125" cy="257175"/>
            </a:xfrm>
            <a:prstGeom prst="ellipse">
              <a:avLst/>
            </a:prstGeom>
            <a:solidFill>
              <a:srgbClr val="EA232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E623571-D3C1-4D41-8004-A1C111B0DD35}"/>
                </a:ext>
              </a:extLst>
            </p:cNvPr>
            <p:cNvSpPr/>
            <p:nvPr/>
          </p:nvSpPr>
          <p:spPr>
            <a:xfrm>
              <a:off x="7893050" y="2409825"/>
              <a:ext cx="238125" cy="257175"/>
            </a:xfrm>
            <a:prstGeom prst="ellipse">
              <a:avLst/>
            </a:prstGeom>
            <a:solidFill>
              <a:srgbClr val="00E04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AF2FE5-52C5-4BFB-B651-87EE7D7CFA3D}"/>
                </a:ext>
              </a:extLst>
            </p:cNvPr>
            <p:cNvSpPr/>
            <p:nvPr/>
          </p:nvSpPr>
          <p:spPr>
            <a:xfrm>
              <a:off x="7512049" y="2819400"/>
              <a:ext cx="1381125" cy="24003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0273512-416A-41A0-B322-28EF67F39F7F}"/>
                </a:ext>
              </a:extLst>
            </p:cNvPr>
            <p:cNvSpPr/>
            <p:nvPr/>
          </p:nvSpPr>
          <p:spPr>
            <a:xfrm>
              <a:off x="10369550" y="2362200"/>
              <a:ext cx="466725" cy="485775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2DDDAC2-8BF9-41C9-8BED-2E1205090DB0}"/>
                </a:ext>
              </a:extLst>
            </p:cNvPr>
            <p:cNvGrpSpPr/>
            <p:nvPr/>
          </p:nvGrpSpPr>
          <p:grpSpPr>
            <a:xfrm>
              <a:off x="9074150" y="3905250"/>
              <a:ext cx="1295400" cy="1190625"/>
              <a:chOff x="7991475" y="3838575"/>
              <a:chExt cx="1295400" cy="1190625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3EB0C50A-6C5E-4237-A211-0788ED9B9DA6}"/>
                  </a:ext>
                </a:extLst>
              </p:cNvPr>
              <p:cNvSpPr/>
              <p:nvPr/>
            </p:nvSpPr>
            <p:spPr>
              <a:xfrm>
                <a:off x="7991475" y="3838575"/>
                <a:ext cx="1295400" cy="119062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64850471-9CFD-476D-986D-5572FD562F6B}"/>
                  </a:ext>
                </a:extLst>
              </p:cNvPr>
              <p:cNvCxnSpPr>
                <a:cxnSpLocks/>
                <a:stCxn id="54" idx="1"/>
                <a:endCxn id="54" idx="5"/>
              </p:cNvCxnSpPr>
              <p:nvPr/>
            </p:nvCxnSpPr>
            <p:spPr>
              <a:xfrm>
                <a:off x="8181182" y="4012938"/>
                <a:ext cx="915986" cy="841899"/>
              </a:xfrm>
              <a:prstGeom prst="line">
                <a:avLst/>
              </a:prstGeom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432BACAE-5951-4D9F-AB34-536515C9A2FA}"/>
                  </a:ext>
                </a:extLst>
              </p:cNvPr>
              <p:cNvCxnSpPr>
                <a:cxnSpLocks/>
                <a:endCxn id="54" idx="7"/>
              </p:cNvCxnSpPr>
              <p:nvPr/>
            </p:nvCxnSpPr>
            <p:spPr>
              <a:xfrm flipV="1">
                <a:off x="8172450" y="4012938"/>
                <a:ext cx="924718" cy="873388"/>
              </a:xfrm>
              <a:prstGeom prst="line">
                <a:avLst/>
              </a:prstGeom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8B970D8B-7D74-4D69-A987-0FCBC269D5E9}"/>
                  </a:ext>
                </a:extLst>
              </p:cNvPr>
              <p:cNvSpPr/>
              <p:nvPr/>
            </p:nvSpPr>
            <p:spPr>
              <a:xfrm>
                <a:off x="8439150" y="4200525"/>
                <a:ext cx="428625" cy="4572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58" name="Arrow: Down 57">
                <a:extLst>
                  <a:ext uri="{FF2B5EF4-FFF2-40B4-BE49-F238E27FC236}">
                    <a16:creationId xmlns:a16="http://schemas.microsoft.com/office/drawing/2014/main" id="{BA9F3A99-1E86-4634-8B92-0FB95EA66DB0}"/>
                  </a:ext>
                </a:extLst>
              </p:cNvPr>
              <p:cNvSpPr/>
              <p:nvPr/>
            </p:nvSpPr>
            <p:spPr>
              <a:xfrm>
                <a:off x="8543925" y="4762499"/>
                <a:ext cx="200025" cy="180975"/>
              </a:xfrm>
              <a:prstGeom prst="downArrow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59" name="Arrow: Down 58">
                <a:extLst>
                  <a:ext uri="{FF2B5EF4-FFF2-40B4-BE49-F238E27FC236}">
                    <a16:creationId xmlns:a16="http://schemas.microsoft.com/office/drawing/2014/main" id="{8E642846-6C1C-4D8F-9BC2-56F4A6D312E2}"/>
                  </a:ext>
                </a:extLst>
              </p:cNvPr>
              <p:cNvSpPr/>
              <p:nvPr/>
            </p:nvSpPr>
            <p:spPr>
              <a:xfrm rot="10800000">
                <a:off x="8553450" y="3914774"/>
                <a:ext cx="200025" cy="180975"/>
              </a:xfrm>
              <a:prstGeom prst="downArrow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60" name="Arrow: Down 59">
                <a:extLst>
                  <a:ext uri="{FF2B5EF4-FFF2-40B4-BE49-F238E27FC236}">
                    <a16:creationId xmlns:a16="http://schemas.microsoft.com/office/drawing/2014/main" id="{3CF5B326-DD73-4BD3-BD83-38647B784CEC}"/>
                  </a:ext>
                </a:extLst>
              </p:cNvPr>
              <p:cNvSpPr/>
              <p:nvPr/>
            </p:nvSpPr>
            <p:spPr>
              <a:xfrm rot="16200000">
                <a:off x="8982075" y="4324349"/>
                <a:ext cx="200025" cy="180975"/>
              </a:xfrm>
              <a:prstGeom prst="downArrow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61" name="Arrow: Down 60">
                <a:extLst>
                  <a:ext uri="{FF2B5EF4-FFF2-40B4-BE49-F238E27FC236}">
                    <a16:creationId xmlns:a16="http://schemas.microsoft.com/office/drawing/2014/main" id="{DD69F8AC-A045-46AB-BDBD-0A49B5C289A4}"/>
                  </a:ext>
                </a:extLst>
              </p:cNvPr>
              <p:cNvSpPr/>
              <p:nvPr/>
            </p:nvSpPr>
            <p:spPr>
              <a:xfrm rot="5400000">
                <a:off x="8143875" y="4324349"/>
                <a:ext cx="200025" cy="180975"/>
              </a:xfrm>
              <a:prstGeom prst="downArrow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771F333-23B4-42DA-BD4F-9890201F1F77}"/>
                </a:ext>
              </a:extLst>
            </p:cNvPr>
            <p:cNvSpPr txBox="1"/>
            <p:nvPr/>
          </p:nvSpPr>
          <p:spPr>
            <a:xfrm>
              <a:off x="7569200" y="3248025"/>
              <a:ext cx="161925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>
                  <a:solidFill>
                    <a:schemeClr val="bg1">
                      <a:lumMod val="95000"/>
                    </a:schemeClr>
                  </a:solidFill>
                  <a:latin typeface="Bahnschrift SemiLight SemiConde" panose="020B0502040204020203" pitchFamily="34" charset="0"/>
                </a:rPr>
                <a:t>T = 30</a:t>
              </a:r>
              <a:r>
                <a:rPr lang="id-ID" sz="1600" b="1">
                  <a:solidFill>
                    <a:schemeClr val="bg1">
                      <a:lumMod val="95000"/>
                    </a:schemeClr>
                  </a:solidFill>
                  <a:effectLst/>
                </a:rPr>
                <a:t>°</a:t>
              </a:r>
              <a:r>
                <a:rPr lang="en-US" sz="1600" b="1">
                  <a:solidFill>
                    <a:schemeClr val="bg1">
                      <a:lumMod val="95000"/>
                    </a:schemeClr>
                  </a:solidFill>
                  <a:effectLst/>
                </a:rPr>
                <a:t>C</a:t>
              </a:r>
              <a:endParaRPr lang="en-US" sz="1500">
                <a:solidFill>
                  <a:schemeClr val="bg1">
                    <a:lumMod val="95000"/>
                  </a:schemeClr>
                </a:solidFill>
                <a:latin typeface="Bahnschrift SemiLight SemiConde" panose="020B0502040204020203" pitchFamily="34" charset="0"/>
              </a:endParaRPr>
            </a:p>
            <a:p>
              <a:r>
                <a:rPr lang="en-US" sz="1500">
                  <a:solidFill>
                    <a:schemeClr val="bg1">
                      <a:lumMod val="95000"/>
                    </a:schemeClr>
                  </a:solidFill>
                  <a:latin typeface="Bahnschrift SemiLight SemiConde" panose="020B0502040204020203" pitchFamily="34" charset="0"/>
                </a:rPr>
                <a:t>WS = 10 knot</a:t>
              </a:r>
            </a:p>
            <a:p>
              <a:r>
                <a:rPr lang="en-US" sz="1500">
                  <a:solidFill>
                    <a:schemeClr val="bg1">
                      <a:lumMod val="95000"/>
                    </a:schemeClr>
                  </a:solidFill>
                  <a:latin typeface="Bahnschrift SemiLight SemiConde" panose="020B0502040204020203" pitchFamily="34" charset="0"/>
                </a:rPr>
                <a:t>WND = 135</a:t>
              </a:r>
              <a:r>
                <a:rPr lang="id-ID" sz="1400" b="1">
                  <a:solidFill>
                    <a:schemeClr val="bg1">
                      <a:lumMod val="95000"/>
                    </a:schemeClr>
                  </a:solidFill>
                  <a:effectLst/>
                </a:rPr>
                <a:t>°</a:t>
              </a:r>
              <a:r>
                <a:rPr lang="en-US" sz="1500">
                  <a:solidFill>
                    <a:schemeClr val="bg1">
                      <a:lumMod val="95000"/>
                    </a:schemeClr>
                  </a:solidFill>
                  <a:latin typeface="Bahnschrift SemiLight SemiConde" panose="020B0502040204020203" pitchFamily="34" charset="0"/>
                </a:rPr>
                <a:t> (SE)</a:t>
              </a:r>
            </a:p>
            <a:p>
              <a:r>
                <a:rPr lang="en-US" sz="1500">
                  <a:solidFill>
                    <a:schemeClr val="bg1">
                      <a:lumMod val="95000"/>
                    </a:schemeClr>
                  </a:solidFill>
                  <a:latin typeface="Bahnschrift SemiLight SemiConde" panose="020B0502040204020203" pitchFamily="34" charset="0"/>
                </a:rPr>
                <a:t>pH = 7</a:t>
              </a:r>
            </a:p>
            <a:p>
              <a:r>
                <a:rPr lang="en-US" sz="1500">
                  <a:solidFill>
                    <a:schemeClr val="bg1">
                      <a:lumMod val="95000"/>
                    </a:schemeClr>
                  </a:solidFill>
                  <a:latin typeface="Bahnschrift SemiLight SemiConde" panose="020B0502040204020203" pitchFamily="34" charset="0"/>
                </a:rPr>
                <a:t>S = 5.5</a:t>
              </a:r>
            </a:p>
            <a:p>
              <a:r>
                <a:rPr lang="en-US" sz="1500">
                  <a:solidFill>
                    <a:schemeClr val="bg1">
                      <a:lumMod val="95000"/>
                    </a:schemeClr>
                  </a:solidFill>
                  <a:latin typeface="Bahnschrift SemiLight SemiConde" panose="020B0502040204020203" pitchFamily="34" charset="0"/>
                </a:rPr>
                <a:t>WVD = 90</a:t>
              </a:r>
              <a:r>
                <a:rPr lang="id-ID" sz="1400" b="1">
                  <a:solidFill>
                    <a:schemeClr val="bg1">
                      <a:lumMod val="95000"/>
                    </a:schemeClr>
                  </a:solidFill>
                  <a:effectLst/>
                </a:rPr>
                <a:t>°</a:t>
              </a:r>
              <a:r>
                <a:rPr lang="en-US" sz="1500">
                  <a:solidFill>
                    <a:schemeClr val="bg1">
                      <a:lumMod val="95000"/>
                    </a:schemeClr>
                  </a:solidFill>
                  <a:latin typeface="Bahnschrift SemiLight SemiConde" panose="020B0502040204020203" pitchFamily="34" charset="0"/>
                </a:rPr>
                <a:t> (E)</a:t>
              </a:r>
            </a:p>
            <a:p>
              <a:endParaRPr lang="en-US" sz="1500">
                <a:solidFill>
                  <a:schemeClr val="bg1">
                    <a:lumMod val="95000"/>
                  </a:schemeClr>
                </a:solidFill>
                <a:latin typeface="Bahnschrift SemiLight SemiConde" panose="020B0502040204020203" pitchFamily="34" charset="0"/>
              </a:endParaRPr>
            </a:p>
            <a:p>
              <a:r>
                <a:rPr lang="en-US" sz="1200">
                  <a:solidFill>
                    <a:schemeClr val="bg1">
                      <a:lumMod val="95000"/>
                    </a:schemeClr>
                  </a:solidFill>
                  <a:latin typeface="Bahnschrift SemiLight SemiConde" panose="020B0502040204020203" pitchFamily="34" charset="0"/>
                </a:rPr>
                <a:t>Back</a:t>
              </a:r>
              <a:endParaRPr lang="id-ID" sz="1200">
                <a:solidFill>
                  <a:schemeClr val="bg1">
                    <a:lumMod val="95000"/>
                  </a:schemeClr>
                </a:solidFill>
                <a:latin typeface="Bahnschrift SemiLight SemiConde" panose="020B0502040204020203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6D6A3FE-275E-4888-A16A-549D9FBBF322}"/>
                </a:ext>
              </a:extLst>
            </p:cNvPr>
            <p:cNvSpPr txBox="1"/>
            <p:nvPr/>
          </p:nvSpPr>
          <p:spPr>
            <a:xfrm>
              <a:off x="7550150" y="2895600"/>
              <a:ext cx="161925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>
                  <a:solidFill>
                    <a:schemeClr val="bg1">
                      <a:lumMod val="95000"/>
                    </a:schemeClr>
                  </a:solidFill>
                  <a:latin typeface="Bahnschrift SemiLight SemiConde" panose="020B0502040204020203" pitchFamily="34" charset="0"/>
                </a:rPr>
                <a:t>Sensor Data</a:t>
              </a:r>
              <a:endParaRPr lang="id-ID" sz="1500" b="1">
                <a:solidFill>
                  <a:schemeClr val="bg1">
                    <a:lumMod val="95000"/>
                  </a:schemeClr>
                </a:solidFill>
                <a:latin typeface="Bahnschrift SemiLight SemiConde" panose="020B0502040204020203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051C97A-D7EA-43B7-87D2-F65D45D2576B}"/>
                </a:ext>
              </a:extLst>
            </p:cNvPr>
            <p:cNvSpPr/>
            <p:nvPr/>
          </p:nvSpPr>
          <p:spPr>
            <a:xfrm>
              <a:off x="6740524" y="2125888"/>
              <a:ext cx="514351" cy="26125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E8003E6-BE77-463C-9A13-9BC692999925}"/>
                </a:ext>
              </a:extLst>
            </p:cNvPr>
            <p:cNvSpPr/>
            <p:nvPr/>
          </p:nvSpPr>
          <p:spPr>
            <a:xfrm>
              <a:off x="6904264" y="413204"/>
              <a:ext cx="245836" cy="170134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60A3A32-88DF-40C5-8D42-E43C238C8E1B}"/>
                </a:ext>
              </a:extLst>
            </p:cNvPr>
            <p:cNvSpPr/>
            <p:nvPr/>
          </p:nvSpPr>
          <p:spPr>
            <a:xfrm>
              <a:off x="7207251" y="1857375"/>
              <a:ext cx="3886200" cy="40957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EA28CE0-2F2B-4256-9E6B-AD7D9926936E}"/>
                </a:ext>
              </a:extLst>
            </p:cNvPr>
            <p:cNvSpPr txBox="1"/>
            <p:nvPr/>
          </p:nvSpPr>
          <p:spPr>
            <a:xfrm>
              <a:off x="8978899" y="2952750"/>
              <a:ext cx="20478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>
                  <a:solidFill>
                    <a:schemeClr val="bg1">
                      <a:lumMod val="95000"/>
                    </a:schemeClr>
                  </a:solidFill>
                  <a:latin typeface="Montserrat Black" pitchFamily="2" charset="0"/>
                </a:rPr>
                <a:t>SMARTNET v1.0</a:t>
              </a:r>
              <a:endParaRPr lang="id-ID" sz="2400" b="1">
                <a:solidFill>
                  <a:schemeClr val="bg1">
                    <a:lumMod val="95000"/>
                  </a:schemeClr>
                </a:solidFill>
                <a:latin typeface="Montserrat Black" pitchFamily="2" charset="0"/>
              </a:endParaRP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27A3BEEE-AF6A-4403-B512-736AE1FD4B8F}"/>
                </a:ext>
              </a:extLst>
            </p:cNvPr>
            <p:cNvSpPr/>
            <p:nvPr/>
          </p:nvSpPr>
          <p:spPr>
            <a:xfrm>
              <a:off x="10998200" y="3152775"/>
              <a:ext cx="1209675" cy="504825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0A0414D-6760-40A5-8753-C22AE59697A1}"/>
              </a:ext>
            </a:extLst>
          </p:cNvPr>
          <p:cNvGrpSpPr/>
          <p:nvPr/>
        </p:nvGrpSpPr>
        <p:grpSpPr>
          <a:xfrm>
            <a:off x="581933" y="5986236"/>
            <a:ext cx="3886200" cy="3562349"/>
            <a:chOff x="9731376" y="2178050"/>
            <a:chExt cx="3886200" cy="3562349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8065A47-9C71-45B5-BC64-CD38128C9553}"/>
                </a:ext>
              </a:extLst>
            </p:cNvPr>
            <p:cNvGrpSpPr/>
            <p:nvPr/>
          </p:nvGrpSpPr>
          <p:grpSpPr>
            <a:xfrm>
              <a:off x="9731376" y="2178050"/>
              <a:ext cx="3886200" cy="3562349"/>
              <a:chOff x="7673976" y="1924050"/>
              <a:chExt cx="3886200" cy="3562349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3893E76-853D-4454-9D68-ABF25ED3A8A3}"/>
                  </a:ext>
                </a:extLst>
              </p:cNvPr>
              <p:cNvSpPr/>
              <p:nvPr/>
            </p:nvSpPr>
            <p:spPr>
              <a:xfrm>
                <a:off x="7731125" y="2295525"/>
                <a:ext cx="3743325" cy="319087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70CB006-1D52-48B9-B1DE-D88844EBBC22}"/>
                  </a:ext>
                </a:extLst>
              </p:cNvPr>
              <p:cNvSpPr/>
              <p:nvPr/>
            </p:nvSpPr>
            <p:spPr>
              <a:xfrm>
                <a:off x="7673976" y="1924050"/>
                <a:ext cx="3886200" cy="409575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BC5DA6EB-202C-42D3-A156-F0E0F2B3C1A3}"/>
                  </a:ext>
                </a:extLst>
              </p:cNvPr>
              <p:cNvSpPr/>
              <p:nvPr/>
            </p:nvSpPr>
            <p:spPr>
              <a:xfrm rot="5400000">
                <a:off x="10721975" y="1876425"/>
                <a:ext cx="276225" cy="866775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6952E5FE-4EDE-40E1-BE2E-86545932781C}"/>
                </a:ext>
              </a:extLst>
            </p:cNvPr>
            <p:cNvSpPr/>
            <p:nvPr/>
          </p:nvSpPr>
          <p:spPr>
            <a:xfrm>
              <a:off x="10223500" y="4686300"/>
              <a:ext cx="749300" cy="825500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BD2B904-584F-477F-B987-993DB9B291B7}"/>
                </a:ext>
              </a:extLst>
            </p:cNvPr>
            <p:cNvSpPr/>
            <p:nvPr/>
          </p:nvSpPr>
          <p:spPr>
            <a:xfrm>
              <a:off x="12680950" y="4851400"/>
              <a:ext cx="552450" cy="609600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88B966C-EAE3-469E-8205-E4A03E0535CB}"/>
                </a:ext>
              </a:extLst>
            </p:cNvPr>
            <p:cNvSpPr/>
            <p:nvPr/>
          </p:nvSpPr>
          <p:spPr>
            <a:xfrm>
              <a:off x="10350500" y="3200400"/>
              <a:ext cx="838200" cy="2667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460DBD2-C25A-4011-B2C7-EF04E9246717}"/>
              </a:ext>
            </a:extLst>
          </p:cNvPr>
          <p:cNvGrpSpPr/>
          <p:nvPr/>
        </p:nvGrpSpPr>
        <p:grpSpPr>
          <a:xfrm>
            <a:off x="4682219" y="5949950"/>
            <a:ext cx="3886200" cy="3562349"/>
            <a:chOff x="9731376" y="2178050"/>
            <a:chExt cx="3886200" cy="3562349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F1C6A2E-87E6-4B29-956A-E6406B244949}"/>
                </a:ext>
              </a:extLst>
            </p:cNvPr>
            <p:cNvGrpSpPr/>
            <p:nvPr/>
          </p:nvGrpSpPr>
          <p:grpSpPr>
            <a:xfrm>
              <a:off x="9731376" y="2178050"/>
              <a:ext cx="3886200" cy="3562349"/>
              <a:chOff x="7673976" y="1924050"/>
              <a:chExt cx="3886200" cy="3562349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258177E4-A5A6-4086-9C6C-36E843426960}"/>
                  </a:ext>
                </a:extLst>
              </p:cNvPr>
              <p:cNvSpPr/>
              <p:nvPr/>
            </p:nvSpPr>
            <p:spPr>
              <a:xfrm>
                <a:off x="7731125" y="2295525"/>
                <a:ext cx="3743325" cy="319087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62D77D6D-799B-486C-9412-716076E77D29}"/>
                  </a:ext>
                </a:extLst>
              </p:cNvPr>
              <p:cNvSpPr/>
              <p:nvPr/>
            </p:nvSpPr>
            <p:spPr>
              <a:xfrm>
                <a:off x="7673976" y="1924050"/>
                <a:ext cx="3886200" cy="409575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6D992D22-FB77-4CD4-BBE4-0C51C5F65C93}"/>
                  </a:ext>
                </a:extLst>
              </p:cNvPr>
              <p:cNvSpPr/>
              <p:nvPr/>
            </p:nvSpPr>
            <p:spPr>
              <a:xfrm rot="5400000">
                <a:off x="10721975" y="1876425"/>
                <a:ext cx="276225" cy="866775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</p:grp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1410575A-DC29-4504-B436-28BDB5F23754}"/>
                </a:ext>
              </a:extLst>
            </p:cNvPr>
            <p:cNvSpPr/>
            <p:nvPr/>
          </p:nvSpPr>
          <p:spPr>
            <a:xfrm>
              <a:off x="10223500" y="4686300"/>
              <a:ext cx="749300" cy="825500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DDDBCB3-07F9-4FEF-8C08-B59A4B654303}"/>
                </a:ext>
              </a:extLst>
            </p:cNvPr>
            <p:cNvSpPr/>
            <p:nvPr/>
          </p:nvSpPr>
          <p:spPr>
            <a:xfrm>
              <a:off x="12680950" y="4851400"/>
              <a:ext cx="552450" cy="609600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6C3F673-E526-4264-8220-AE605E7C0347}"/>
                </a:ext>
              </a:extLst>
            </p:cNvPr>
            <p:cNvSpPr/>
            <p:nvPr/>
          </p:nvSpPr>
          <p:spPr>
            <a:xfrm>
              <a:off x="10350500" y="3200400"/>
              <a:ext cx="838200" cy="2667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974652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2009</TotalTime>
  <Words>132</Words>
  <Application>Microsoft Office PowerPoint</Application>
  <PresentationFormat>Widescreen</PresentationFormat>
  <Paragraphs>46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Bahnschrift Light SemiCondensed</vt:lpstr>
      <vt:lpstr>Bahnschrift SemiLight SemiConde</vt:lpstr>
      <vt:lpstr>Calibri</vt:lpstr>
      <vt:lpstr>Calibri Light</vt:lpstr>
      <vt:lpstr>Montserrat Black</vt:lpstr>
      <vt:lpstr>Roboto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Cloxt Greatness</dc:creator>
  <cp:lastModifiedBy>Cloxt Greatness</cp:lastModifiedBy>
  <cp:revision>32</cp:revision>
  <dcterms:created xsi:type="dcterms:W3CDTF">2025-11-12T08:47:17Z</dcterms:created>
  <dcterms:modified xsi:type="dcterms:W3CDTF">2025-11-16T13:16:01Z</dcterms:modified>
</cp:coreProperties>
</file>