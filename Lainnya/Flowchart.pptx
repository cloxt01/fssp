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1" r:id="rId5"/>
    <p:sldId id="262" r:id="rId6"/>
    <p:sldId id="263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7E7"/>
    <a:srgbClr val="BFBFBF"/>
    <a:srgbClr val="FFBFBF"/>
    <a:srgbClr val="FFD966"/>
    <a:srgbClr val="D4D4D4"/>
    <a:srgbClr val="C6ACD9"/>
    <a:srgbClr val="E2D6EC"/>
    <a:srgbClr val="F8CBAD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14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56C07-2D54-467A-8648-3FEBFC3E7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216E3-7482-43DE-99D4-329EAAB26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8CA07-D0E9-4967-81C6-FF94A094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193F3-F6B1-4EDA-A8B9-2F2E8B12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22585-68DE-450D-8908-1CF6AF50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0058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D603C-C132-4E22-9E67-B1F09877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6ED9D-2FFE-4D37-A7C0-DA993B6C0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F8A2F-D252-496D-BBB2-7D5705FA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65C2-935E-4FB7-8DF4-008E74B5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6614-6143-48E8-BB9F-19DF9B44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708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6F5B8-7815-4F4D-8598-637F29BE7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A3535-36A6-46F2-8D16-1886C66BC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C6DCD-3273-4097-85A4-4B15A4E3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16625-5CE2-40EB-8CA3-CED9DAF3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9953C-72BA-4231-8DC6-974F25CA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02416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3FFE-1004-418D-A5B3-62F3F212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7E68D-86CC-4AAF-AB2F-B8DADA8DB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E999A-9B80-4BCA-83E5-91EDC5298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120D3-2C3D-46F6-91AD-CAE5C5684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F3A2E-72C2-4FC7-88EE-1448AFFE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A88B3-9AEE-493E-9FAF-513F94ABE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904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66A0-34D4-494C-AEE2-EC713CC2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BF0AE-6B5E-4C40-9DE4-B63AF08E9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400DF-5BD7-4EA6-B288-C4C5E166F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502698-C8D0-4E30-8B58-112A1F812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37517-89A4-486B-B151-B6C74B1EB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D3EEF-550B-4E33-BAE1-172C4C27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886A04-E260-4F85-B6E3-7706ACB26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C9A7-DDC5-4EA9-82EE-2309BEDD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1972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0794-CC67-4BA9-ADAF-BE7BEF3A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63218-22ED-40B0-A8D9-29CFA9F0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52E93-BDB1-4F79-B6BB-29CDFA162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030E7-0DC2-4CAC-8818-D8192A4B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3432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8293B-69E1-4EBB-8BC6-571A07254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D817B-A788-4EDD-AF7E-AE4EBC4A7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B4277-7069-496C-A62A-1ABACF2E0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91661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7E5B7-EC52-475E-8D3F-9B1980C61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5F02-AC9F-40F4-AE4D-F2B274C8C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499FE-9103-4FE8-8CDD-F393F489B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9D559-926A-426B-ABBA-24B47C2F2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4C75B-F7A9-4658-914C-E3D7CE3F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15E90-2693-4655-B782-A4FD6A6F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88263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58036-2279-48FF-9C79-4564D8A0F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1D4C85-C9ED-4656-ABDE-8676AB2BC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A1167-F0BC-4D42-8528-D43A32056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5C125-BCDE-438E-B12D-487A6C96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DB12D-C5B9-4E34-B169-CBF898416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FD2A9-419A-4FB0-8581-A95F375F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01684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CCF60-FCB4-4157-A397-2F08D9D1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6BCC8-84F4-47B0-B99F-4784ECD1E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A9E97-0F7A-4551-91B5-86870069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37936-A906-47D1-AC68-AC4F4C991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3D31C-0641-4E3B-BAD0-11BDE50C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7316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C0F4C-8E1C-4BB4-A4A4-0746EC278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BB6CD-0C91-492B-83A8-4D4A90EA8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34424-8609-4C78-8911-DE9BEB424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AAE71-B19B-4EC8-89AD-7B5F7C79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70B5E-D438-469C-B4CE-AAAEAE76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1251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57F555-BC3A-4C01-BECF-74133FEE6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14B0A-AB70-4285-88C8-A1D4C6EBC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37D8B-64FA-419D-A68D-08B491859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21161-1A3B-4A4C-83AE-D4BDED99EA46}" type="datetimeFigureOut">
              <a:rPr lang="id-ID" smtClean="0"/>
              <a:t>15/11/2025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525CD-F46B-42ED-819C-D6498B316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66756-CB94-420A-8C0B-33AAD2C62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67B6C-199F-47E8-B064-420A4AC9F6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9833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FC31EE06-7526-4F3A-9800-C0519C394C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28216" y="-938784"/>
            <a:ext cx="4520184" cy="452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BB93E-95AB-4213-8D68-CA0CEEAF9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98" r="99756">
                        <a14:foregroundMark x1="7568" y1="17578" x2="25635" y2="66797"/>
                        <a14:foregroundMark x1="25635" y1="66797" x2="66895" y2="47461"/>
                        <a14:foregroundMark x1="67458" y1="39258" x2="68115" y2="29688"/>
                        <a14:foregroundMark x1="66895" y1="47461" x2="67458" y2="39258"/>
                        <a14:foregroundMark x1="68115" y1="29688" x2="82031" y2="46094"/>
                        <a14:foregroundMark x1="86084" y1="74805" x2="85254" y2="30469"/>
                        <a14:foregroundMark x1="85254" y1="30469" x2="60400" y2="53906"/>
                        <a14:foregroundMark x1="60400" y1="53906" x2="98" y2="44336"/>
                        <a14:foregroundMark x1="98" y1="44336" x2="732" y2="43359"/>
                        <a14:foregroundMark x1="94824" y1="28906" x2="96143" y2="63867"/>
                        <a14:foregroundMark x1="97119" y1="87109" x2="99756" y2="28125"/>
                        <a14:foregroundMark x1="89844" y1="39453" x2="89844" y2="42969"/>
                        <a14:backgroundMark x1="61816" y1="85156" x2="59619" y2="83594"/>
                        <a14:backgroundMark x1="66699" y1="85156" x2="58105" y2="84570"/>
                        <a14:backgroundMark x1="53271" y1="85352" x2="52930" y2="84766"/>
                        <a14:backgroundMark x1="53613" y1="84570" x2="57178" y2="84570"/>
                        <a14:backgroundMark x1="72363" y1="84180" x2="72363" y2="84180"/>
                        <a14:backgroundMark x1="38184" y1="34766" x2="41943" y2="35156"/>
                        <a14:backgroundMark x1="43457" y1="34766" x2="45068" y2="34766"/>
                        <a14:backgroundMark x1="56250" y1="21289" x2="60498" y2="20117"/>
                        <a14:backgroundMark x1="60498" y1="20117" x2="69873" y2="21680"/>
                        <a14:backgroundMark x1="69873" y1="21680" x2="68262" y2="21094"/>
                        <a14:backgroundMark x1="57910" y1="38672" x2="58594" y2="38672"/>
                        <a14:backgroundMark x1="58594" y1="38672" x2="59863" y2="39258"/>
                        <a14:backgroundMark x1="59863" y1="39258" x2="61426" y2="38867"/>
                        <a14:backgroundMark x1="61426" y1="38867" x2="63086" y2="38672"/>
                        <a14:backgroundMark x1="63086" y1="38672" x2="64844" y2="39453"/>
                        <a14:backgroundMark x1="64844" y1="39453" x2="66504" y2="37305"/>
                        <a14:backgroundMark x1="66553" y1="38867" x2="66309" y2="39258"/>
                        <a14:backgroundMark x1="66309" y1="39258" x2="65576" y2="37109"/>
                        <a14:backgroundMark x1="66846" y1="39258" x2="66846" y2="39258"/>
                        <a14:backgroundMark x1="63281" y1="63672" x2="63379" y2="64844"/>
                        <a14:backgroundMark x1="63477" y1="63867" x2="66650" y2="64063"/>
                        <a14:backgroundMark x1="66650" y1="64258" x2="68262" y2="646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0" y="381000"/>
            <a:ext cx="1219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FC31EE06-7526-4F3A-9800-C0519C394C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28216" y="-989584"/>
            <a:ext cx="4520184" cy="452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CB04E3-9AC7-48A1-9365-788DCEFDE422}"/>
              </a:ext>
            </a:extLst>
          </p:cNvPr>
          <p:cNvCxnSpPr>
            <a:stCxn id="7" idx="3"/>
            <a:endCxn id="13" idx="2"/>
          </p:cNvCxnSpPr>
          <p:nvPr/>
        </p:nvCxnSpPr>
        <p:spPr>
          <a:xfrm flipV="1">
            <a:off x="3047671" y="1716088"/>
            <a:ext cx="853446" cy="1420019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046C66-4831-454D-AEAA-E0D6532731F2}"/>
              </a:ext>
            </a:extLst>
          </p:cNvPr>
          <p:cNvCxnSpPr>
            <a:cxnSpLocks/>
            <a:stCxn id="122" idx="1"/>
            <a:endCxn id="13" idx="2"/>
          </p:cNvCxnSpPr>
          <p:nvPr/>
        </p:nvCxnSpPr>
        <p:spPr>
          <a:xfrm flipH="1" flipV="1">
            <a:off x="3901117" y="1716088"/>
            <a:ext cx="1870490" cy="142068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3666F70-40CB-48DB-8A3D-3CF40671C4A5}"/>
              </a:ext>
            </a:extLst>
          </p:cNvPr>
          <p:cNvCxnSpPr>
            <a:cxnSpLocks/>
            <a:stCxn id="8" idx="2"/>
            <a:endCxn id="122" idx="3"/>
          </p:cNvCxnSpPr>
          <p:nvPr/>
        </p:nvCxnSpPr>
        <p:spPr>
          <a:xfrm flipH="1">
            <a:off x="6514661" y="1690688"/>
            <a:ext cx="1463156" cy="144608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54A7B2-B499-46A9-89C7-FFF7D3ADD911}"/>
              </a:ext>
            </a:extLst>
          </p:cNvPr>
          <p:cNvCxnSpPr>
            <a:cxnSpLocks/>
            <a:stCxn id="9" idx="1"/>
            <a:endCxn id="8" idx="2"/>
          </p:cNvCxnSpPr>
          <p:nvPr/>
        </p:nvCxnSpPr>
        <p:spPr>
          <a:xfrm flipH="1" flipV="1">
            <a:off x="7977817" y="1690688"/>
            <a:ext cx="942345" cy="1508919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47738D0-B8B4-4D2C-B561-38170751B6DA}"/>
              </a:ext>
            </a:extLst>
          </p:cNvPr>
          <p:cNvCxnSpPr>
            <a:cxnSpLocks/>
            <a:stCxn id="10" idx="0"/>
            <a:endCxn id="9" idx="1"/>
          </p:cNvCxnSpPr>
          <p:nvPr/>
        </p:nvCxnSpPr>
        <p:spPr>
          <a:xfrm flipV="1">
            <a:off x="7800017" y="3199607"/>
            <a:ext cx="1120145" cy="1281906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D603332-CC7F-4F1D-85EE-049D248A57E8}"/>
              </a:ext>
            </a:extLst>
          </p:cNvPr>
          <p:cNvCxnSpPr>
            <a:cxnSpLocks/>
            <a:stCxn id="10" idx="0"/>
            <a:endCxn id="122" idx="3"/>
          </p:cNvCxnSpPr>
          <p:nvPr/>
        </p:nvCxnSpPr>
        <p:spPr>
          <a:xfrm flipH="1" flipV="1">
            <a:off x="6514661" y="3136768"/>
            <a:ext cx="1285356" cy="1344745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6A8AC7F-ECCE-45D2-B358-F0C66DD85B4D}"/>
              </a:ext>
            </a:extLst>
          </p:cNvPr>
          <p:cNvCxnSpPr>
            <a:cxnSpLocks/>
            <a:stCxn id="122" idx="1"/>
            <a:endCxn id="11" idx="0"/>
          </p:cNvCxnSpPr>
          <p:nvPr/>
        </p:nvCxnSpPr>
        <p:spPr>
          <a:xfrm flipH="1">
            <a:off x="4078917" y="3136768"/>
            <a:ext cx="1692690" cy="1332045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FEB52A8-EC27-4562-8238-9685E418469B}"/>
              </a:ext>
            </a:extLst>
          </p:cNvPr>
          <p:cNvCxnSpPr>
            <a:cxnSpLocks/>
            <a:stCxn id="10" idx="0"/>
            <a:endCxn id="11" idx="0"/>
          </p:cNvCxnSpPr>
          <p:nvPr/>
        </p:nvCxnSpPr>
        <p:spPr>
          <a:xfrm flipH="1" flipV="1">
            <a:off x="4078917" y="4468813"/>
            <a:ext cx="3721100" cy="127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26368EA-2A2C-43ED-A248-255A7B33FAFA}"/>
              </a:ext>
            </a:extLst>
          </p:cNvPr>
          <p:cNvCxnSpPr>
            <a:cxnSpLocks/>
            <a:stCxn id="11" idx="0"/>
            <a:endCxn id="7" idx="3"/>
          </p:cNvCxnSpPr>
          <p:nvPr/>
        </p:nvCxnSpPr>
        <p:spPr>
          <a:xfrm flipH="1" flipV="1">
            <a:off x="3047671" y="3136107"/>
            <a:ext cx="1031246" cy="1332706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F827688-B940-44DF-9109-43A6687F5C78}"/>
              </a:ext>
            </a:extLst>
          </p:cNvPr>
          <p:cNvCxnSpPr>
            <a:cxnSpLocks/>
            <a:stCxn id="8" idx="2"/>
            <a:endCxn id="13" idx="2"/>
          </p:cNvCxnSpPr>
          <p:nvPr/>
        </p:nvCxnSpPr>
        <p:spPr>
          <a:xfrm flipH="1">
            <a:off x="3901117" y="1690688"/>
            <a:ext cx="4076700" cy="254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0A73C24-1FC5-4898-9BE5-108C8FCC9000}"/>
              </a:ext>
            </a:extLst>
          </p:cNvPr>
          <p:cNvGrpSpPr/>
          <p:nvPr/>
        </p:nvGrpSpPr>
        <p:grpSpPr>
          <a:xfrm>
            <a:off x="2214562" y="2284413"/>
            <a:ext cx="960439" cy="1411288"/>
            <a:chOff x="1579562" y="2208213"/>
            <a:chExt cx="960439" cy="14112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5018CB6-C669-4DF4-80A0-D4BF54679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9562" y="2500313"/>
              <a:ext cx="833109" cy="1119188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61BB5C40-E4FA-4E6E-9E3A-F462143D3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0413" y="2208213"/>
              <a:ext cx="509588" cy="509588"/>
            </a:xfrm>
            <a:prstGeom prst="rect">
              <a:avLst/>
            </a:prstGeom>
          </p:spPr>
        </p:pic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83A8428-3ADC-41A2-97AA-263D3EE87CDC}"/>
              </a:ext>
            </a:extLst>
          </p:cNvPr>
          <p:cNvGrpSpPr/>
          <p:nvPr/>
        </p:nvGrpSpPr>
        <p:grpSpPr>
          <a:xfrm>
            <a:off x="3662362" y="4468813"/>
            <a:ext cx="1125539" cy="1119188"/>
            <a:chOff x="3725862" y="4976813"/>
            <a:chExt cx="1125539" cy="111918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0665404-362B-40EC-A94B-334FEB106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5862" y="4976813"/>
              <a:ext cx="833109" cy="1119188"/>
            </a:xfrm>
            <a:prstGeom prst="rect">
              <a:avLst/>
            </a:prstGeom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0BDFE67A-01B9-4F6C-9785-D7E325D23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1813" y="5002213"/>
              <a:ext cx="509588" cy="509588"/>
            </a:xfrm>
            <a:prstGeom prst="rect">
              <a:avLst/>
            </a:prstGeom>
          </p:spPr>
        </p:pic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9311231-1BF9-4D3B-B8DC-EDF963D9CDE5}"/>
              </a:ext>
            </a:extLst>
          </p:cNvPr>
          <p:cNvGrpSpPr/>
          <p:nvPr/>
        </p:nvGrpSpPr>
        <p:grpSpPr>
          <a:xfrm>
            <a:off x="3484562" y="493713"/>
            <a:ext cx="1062039" cy="1222375"/>
            <a:chOff x="3484562" y="493713"/>
            <a:chExt cx="1062039" cy="122237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61FCD64-9D24-4AF0-A673-8FB185591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4562" y="596900"/>
              <a:ext cx="833109" cy="1119188"/>
            </a:xfrm>
            <a:prstGeom prst="rect">
              <a:avLst/>
            </a:prstGeom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067966F-252D-4BC0-80D2-F8B72B054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7013" y="493713"/>
              <a:ext cx="509588" cy="509588"/>
            </a:xfrm>
            <a:prstGeom prst="rect">
              <a:avLst/>
            </a:prstGeom>
          </p:spPr>
        </p:pic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D3AFC6EA-F445-4FE1-9804-D412B39F8523}"/>
              </a:ext>
            </a:extLst>
          </p:cNvPr>
          <p:cNvGrpSpPr/>
          <p:nvPr/>
        </p:nvGrpSpPr>
        <p:grpSpPr>
          <a:xfrm>
            <a:off x="7561262" y="481013"/>
            <a:ext cx="1125539" cy="1209675"/>
            <a:chOff x="7561262" y="481013"/>
            <a:chExt cx="1125539" cy="120967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4522B9D-7D5F-4FE1-8136-04A642A83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1262" y="571500"/>
              <a:ext cx="833109" cy="1119188"/>
            </a:xfrm>
            <a:prstGeom prst="rect">
              <a:avLst/>
            </a:prstGeom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1CF20C1E-3438-41E3-9DB5-B15F90118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77213" y="481013"/>
              <a:ext cx="509588" cy="509588"/>
            </a:xfrm>
            <a:prstGeom prst="rect">
              <a:avLst/>
            </a:prstGeom>
          </p:spPr>
        </p:pic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BD3BB93-9FFE-46C2-9028-091BB57809C0}"/>
              </a:ext>
            </a:extLst>
          </p:cNvPr>
          <p:cNvGrpSpPr/>
          <p:nvPr/>
        </p:nvGrpSpPr>
        <p:grpSpPr>
          <a:xfrm>
            <a:off x="8920162" y="2411413"/>
            <a:ext cx="1011239" cy="1347788"/>
            <a:chOff x="9974262" y="2322513"/>
            <a:chExt cx="1011239" cy="134778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CFA064-BB58-45C0-B094-A336ABC8B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4262" y="2551113"/>
              <a:ext cx="833109" cy="1119188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BFFE0BC0-541F-425F-B68C-FAB96AB75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5913" y="2322513"/>
              <a:ext cx="509588" cy="509588"/>
            </a:xfrm>
            <a:prstGeom prst="rect">
              <a:avLst/>
            </a:prstGeom>
          </p:spPr>
        </p:pic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59554C6E-441D-479C-9ECD-DB599705511F}"/>
              </a:ext>
            </a:extLst>
          </p:cNvPr>
          <p:cNvGrpSpPr/>
          <p:nvPr/>
        </p:nvGrpSpPr>
        <p:grpSpPr>
          <a:xfrm>
            <a:off x="7383462" y="4329113"/>
            <a:ext cx="1112839" cy="1271588"/>
            <a:chOff x="7662862" y="4824413"/>
            <a:chExt cx="1112839" cy="127158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DB60D40-87E7-4A7C-8281-301C51666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2862" y="4976813"/>
              <a:ext cx="833109" cy="1119188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57380627-2452-4963-A22F-5E448038F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6113" y="4824413"/>
              <a:ext cx="509588" cy="509588"/>
            </a:xfrm>
            <a:prstGeom prst="rect">
              <a:avLst/>
            </a:prstGeom>
          </p:spPr>
        </p:pic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71A62DC-7D7F-4017-B4B9-613A5451A111}"/>
              </a:ext>
            </a:extLst>
          </p:cNvPr>
          <p:cNvCxnSpPr>
            <a:cxnSpLocks/>
          </p:cNvCxnSpPr>
          <p:nvPr/>
        </p:nvCxnSpPr>
        <p:spPr>
          <a:xfrm flipH="1">
            <a:off x="1196018" y="992188"/>
            <a:ext cx="493082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417FC2FC-9979-4C12-AC1B-21E7C8FAC59D}"/>
              </a:ext>
            </a:extLst>
          </p:cNvPr>
          <p:cNvSpPr txBox="1"/>
          <p:nvPr/>
        </p:nvSpPr>
        <p:spPr>
          <a:xfrm>
            <a:off x="1574800" y="800100"/>
            <a:ext cx="135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50-100m</a:t>
            </a:r>
            <a:endParaRPr lang="id-ID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C750CF6-4F36-4A03-AB42-CB44225F5C30}"/>
              </a:ext>
            </a:extLst>
          </p:cNvPr>
          <p:cNvGrpSpPr/>
          <p:nvPr/>
        </p:nvGrpSpPr>
        <p:grpSpPr>
          <a:xfrm>
            <a:off x="5771607" y="2413770"/>
            <a:ext cx="949967" cy="1261235"/>
            <a:chOff x="5771607" y="2413770"/>
            <a:chExt cx="949967" cy="1261235"/>
          </a:xfrm>
        </p:grpSpPr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00EBE284-99D4-4323-8CA1-BAE3DCFA1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1607" y="2598530"/>
              <a:ext cx="743054" cy="1076475"/>
            </a:xfrm>
            <a:prstGeom prst="rect">
              <a:avLst/>
            </a:prstGeom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A682BEB0-105F-4DF2-902A-74384B2C9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1986" y="2413770"/>
              <a:ext cx="509588" cy="509588"/>
            </a:xfrm>
            <a:prstGeom prst="rect">
              <a:avLst/>
            </a:prstGeom>
          </p:spPr>
        </p:pic>
      </p:grp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DCD7E26-CF77-4778-AB80-3D5EE81A0D30}"/>
              </a:ext>
            </a:extLst>
          </p:cNvPr>
          <p:cNvCxnSpPr>
            <a:cxnSpLocks/>
          </p:cNvCxnSpPr>
          <p:nvPr/>
        </p:nvCxnSpPr>
        <p:spPr>
          <a:xfrm>
            <a:off x="1188758" y="1267506"/>
            <a:ext cx="45150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37E3C175-9DBB-41CB-9252-F90530053D2E}"/>
              </a:ext>
            </a:extLst>
          </p:cNvPr>
          <p:cNvSpPr txBox="1"/>
          <p:nvPr/>
        </p:nvSpPr>
        <p:spPr>
          <a:xfrm>
            <a:off x="1566944" y="1075049"/>
            <a:ext cx="135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 km +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4D65791-3B86-416C-AABA-73D318A7F222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3047671" y="3136107"/>
            <a:ext cx="5872491" cy="635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039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3DEE72-4838-44E3-B9EA-B64993A77DA1}"/>
              </a:ext>
            </a:extLst>
          </p:cNvPr>
          <p:cNvSpPr/>
          <p:nvPr/>
        </p:nvSpPr>
        <p:spPr>
          <a:xfrm>
            <a:off x="4107919" y="3380452"/>
            <a:ext cx="1253764" cy="37707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Sensor IoT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814420A-7774-4598-BA96-5E53EE3E713A}"/>
              </a:ext>
            </a:extLst>
          </p:cNvPr>
          <p:cNvCxnSpPr>
            <a:cxnSpLocks/>
            <a:stCxn id="17" idx="3"/>
            <a:endCxn id="82" idx="1"/>
          </p:cNvCxnSpPr>
          <p:nvPr/>
        </p:nvCxnSpPr>
        <p:spPr>
          <a:xfrm>
            <a:off x="5361683" y="3568988"/>
            <a:ext cx="955847" cy="1287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00B8C0D-708A-4C49-A34F-73AC66C7113A}"/>
              </a:ext>
            </a:extLst>
          </p:cNvPr>
          <p:cNvSpPr/>
          <p:nvPr/>
        </p:nvSpPr>
        <p:spPr>
          <a:xfrm>
            <a:off x="6317530" y="3381739"/>
            <a:ext cx="1253764" cy="377071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Model ML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9D97D6F-8D32-4928-91FB-8D17E5B76C60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7571294" y="3570275"/>
            <a:ext cx="780854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9955ABF6-8D17-4903-BC41-C2DE5827127C}"/>
              </a:ext>
            </a:extLst>
          </p:cNvPr>
          <p:cNvCxnSpPr>
            <a:cxnSpLocks/>
            <a:stCxn id="145" idx="1"/>
            <a:endCxn id="204" idx="3"/>
          </p:cNvCxnSpPr>
          <p:nvPr/>
        </p:nvCxnSpPr>
        <p:spPr>
          <a:xfrm rot="10800000" flipV="1">
            <a:off x="5366144" y="4450238"/>
            <a:ext cx="933538" cy="91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B3E76D0B-F7C7-44DC-B5C1-471FED13EF72}"/>
              </a:ext>
            </a:extLst>
          </p:cNvPr>
          <p:cNvSpPr/>
          <p:nvPr/>
        </p:nvSpPr>
        <p:spPr>
          <a:xfrm>
            <a:off x="6299682" y="4261702"/>
            <a:ext cx="1253764" cy="377071"/>
          </a:xfrm>
          <a:prstGeom prst="roundRect">
            <a:avLst/>
          </a:prstGeom>
          <a:solidFill>
            <a:srgbClr val="D4D4D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Aplikasi</a:t>
            </a:r>
          </a:p>
        </p:txBody>
      </p: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D37659A2-F239-498E-A852-D3B3C7F503C1}"/>
              </a:ext>
            </a:extLst>
          </p:cNvPr>
          <p:cNvCxnSpPr>
            <a:cxnSpLocks/>
            <a:endCxn id="145" idx="3"/>
          </p:cNvCxnSpPr>
          <p:nvPr/>
        </p:nvCxnSpPr>
        <p:spPr>
          <a:xfrm rot="10800000" flipV="1">
            <a:off x="7553446" y="4242816"/>
            <a:ext cx="1544834" cy="207422"/>
          </a:xfrm>
          <a:prstGeom prst="bentConnector3">
            <a:avLst>
              <a:gd name="adj1" fmla="val 1464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A3D6AE8D-3A8E-4508-A910-BD1B31496F58}"/>
              </a:ext>
            </a:extLst>
          </p:cNvPr>
          <p:cNvSpPr/>
          <p:nvPr/>
        </p:nvSpPr>
        <p:spPr>
          <a:xfrm>
            <a:off x="4112380" y="4270846"/>
            <a:ext cx="1253764" cy="377071"/>
          </a:xfrm>
          <a:prstGeom prst="round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8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Tindakan/Peringatan</a:t>
            </a:r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9564C881-4407-412D-B322-90C867F4996A}"/>
              </a:ext>
            </a:extLst>
          </p:cNvPr>
          <p:cNvGrpSpPr/>
          <p:nvPr/>
        </p:nvGrpSpPr>
        <p:grpSpPr>
          <a:xfrm>
            <a:off x="2979754" y="3619893"/>
            <a:ext cx="1206630" cy="246221"/>
            <a:chOff x="1979629" y="3619893"/>
            <a:chExt cx="1206630" cy="246221"/>
          </a:xfrm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1E419781-617B-4E55-969B-D22668F6436C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43C824E4-E8D8-40E8-A000-E9AD056BCEF5}"/>
                </a:ext>
              </a:extLst>
            </p:cNvPr>
            <p:cNvSpPr txBox="1"/>
            <p:nvPr/>
          </p:nvSpPr>
          <p:spPr>
            <a:xfrm>
              <a:off x="1998482" y="3619893"/>
              <a:ext cx="11877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  Input/Output</a:t>
              </a: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3DEA11A-8A09-45EC-BDC5-80C299AD7FDC}"/>
              </a:ext>
            </a:extLst>
          </p:cNvPr>
          <p:cNvGrpSpPr/>
          <p:nvPr/>
        </p:nvGrpSpPr>
        <p:grpSpPr>
          <a:xfrm>
            <a:off x="2981324" y="3819427"/>
            <a:ext cx="1206630" cy="246221"/>
            <a:chOff x="1979629" y="3619893"/>
            <a:chExt cx="1206630" cy="246221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05015CC4-17FB-4D25-B94C-E87505AD7674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B4C7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8317DE68-851E-4FE4-8ACF-E1F0F6ACA4BE}"/>
                </a:ext>
              </a:extLst>
            </p:cNvPr>
            <p:cNvSpPr txBox="1"/>
            <p:nvPr/>
          </p:nvSpPr>
          <p:spPr>
            <a:xfrm>
              <a:off x="2044046" y="3619893"/>
              <a:ext cx="114221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Data</a:t>
              </a: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39F3C57-EDB7-410C-911C-07F040CB7179}"/>
              </a:ext>
            </a:extLst>
          </p:cNvPr>
          <p:cNvGrpSpPr/>
          <p:nvPr/>
        </p:nvGrpSpPr>
        <p:grpSpPr>
          <a:xfrm>
            <a:off x="2981324" y="4028977"/>
            <a:ext cx="1206630" cy="246221"/>
            <a:chOff x="1979629" y="3619893"/>
            <a:chExt cx="1206630" cy="246221"/>
          </a:xfrm>
        </p:grpSpPr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16F179F8-6D12-4A55-9023-73BA143D5D67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FFBF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F05BCEEB-6775-48D1-8FA6-7E8679BEDEB2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TinyML</a:t>
              </a:r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688FE5C-7A6F-4538-A084-981FCDA5A8F1}"/>
              </a:ext>
            </a:extLst>
          </p:cNvPr>
          <p:cNvGrpSpPr/>
          <p:nvPr/>
        </p:nvGrpSpPr>
        <p:grpSpPr>
          <a:xfrm>
            <a:off x="2981324" y="4219477"/>
            <a:ext cx="1206630" cy="246221"/>
            <a:chOff x="1979629" y="3619893"/>
            <a:chExt cx="1206630" cy="246221"/>
          </a:xfrm>
        </p:grpSpPr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580B56D7-B0B1-4D0E-B6E9-B088CC173534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C6ACD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AC74D0A6-F04A-4966-92CA-0738868D773D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Bluetooth</a:t>
              </a:r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A767915-C286-432E-B595-664AB3F39DF5}"/>
              </a:ext>
            </a:extLst>
          </p:cNvPr>
          <p:cNvGrpSpPr/>
          <p:nvPr/>
        </p:nvGrpSpPr>
        <p:grpSpPr>
          <a:xfrm>
            <a:off x="2981324" y="4409977"/>
            <a:ext cx="1206630" cy="246221"/>
            <a:chOff x="1979629" y="3619893"/>
            <a:chExt cx="1206630" cy="246221"/>
          </a:xfrm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A6A2000B-DDAB-43E5-9C73-1BBC5EC79749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D4D4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D0EE790A-B68B-43E0-9B91-07A2EED0F756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Aplikasi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8B1DD1A-1AAD-42C4-841E-917408EE5811}"/>
              </a:ext>
            </a:extLst>
          </p:cNvPr>
          <p:cNvGrpSpPr/>
          <p:nvPr/>
        </p:nvGrpSpPr>
        <p:grpSpPr>
          <a:xfrm>
            <a:off x="8494776" y="3028050"/>
            <a:ext cx="1162893" cy="1080000"/>
            <a:chOff x="6401176" y="3965359"/>
            <a:chExt cx="1162893" cy="1080000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2C0310DF-9A1A-43F8-8B65-A401885C2210}"/>
                </a:ext>
              </a:extLst>
            </p:cNvPr>
            <p:cNvSpPr/>
            <p:nvPr/>
          </p:nvSpPr>
          <p:spPr>
            <a:xfrm rot="8008287">
              <a:off x="6430323" y="3965359"/>
              <a:ext cx="1080000" cy="1080000"/>
            </a:xfrm>
            <a:prstGeom prst="roundRect">
              <a:avLst>
                <a:gd name="adj" fmla="val 7018"/>
              </a:avLst>
            </a:prstGeom>
            <a:solidFill>
              <a:srgbClr val="7030A0">
                <a:alpha val="4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D10260D-0C62-480B-95F2-B7A7C84CCF34}"/>
                </a:ext>
              </a:extLst>
            </p:cNvPr>
            <p:cNvSpPr txBox="1"/>
            <p:nvPr/>
          </p:nvSpPr>
          <p:spPr>
            <a:xfrm>
              <a:off x="6401176" y="4262897"/>
              <a:ext cx="11628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>
                  <a:latin typeface="Roboto" panose="02000000000000000000" pitchFamily="2" charset="0"/>
                  <a:ea typeface="Roboto" panose="02000000000000000000" pitchFamily="2" charset="0"/>
                </a:rPr>
                <a:t>Bluetooth Mesh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8310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3DEE72-4838-44E3-B9EA-B64993A77DA1}"/>
              </a:ext>
            </a:extLst>
          </p:cNvPr>
          <p:cNvSpPr/>
          <p:nvPr/>
        </p:nvSpPr>
        <p:spPr>
          <a:xfrm>
            <a:off x="4107919" y="3380452"/>
            <a:ext cx="1253764" cy="37707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Membaca Data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814420A-7774-4598-BA96-5E53EE3E713A}"/>
              </a:ext>
            </a:extLst>
          </p:cNvPr>
          <p:cNvCxnSpPr>
            <a:cxnSpLocks/>
            <a:stCxn id="17" idx="3"/>
            <a:endCxn id="82" idx="1"/>
          </p:cNvCxnSpPr>
          <p:nvPr/>
        </p:nvCxnSpPr>
        <p:spPr>
          <a:xfrm>
            <a:off x="5361683" y="3568988"/>
            <a:ext cx="955847" cy="1287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00B8C0D-708A-4C49-A34F-73AC66C7113A}"/>
              </a:ext>
            </a:extLst>
          </p:cNvPr>
          <p:cNvSpPr/>
          <p:nvPr/>
        </p:nvSpPr>
        <p:spPr>
          <a:xfrm>
            <a:off x="6317530" y="3381739"/>
            <a:ext cx="1253764" cy="377071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Analisa ML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9D97D6F-8D32-4928-91FB-8D17E5B76C60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7571294" y="3570275"/>
            <a:ext cx="780854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9955ABF6-8D17-4903-BC41-C2DE5827127C}"/>
              </a:ext>
            </a:extLst>
          </p:cNvPr>
          <p:cNvCxnSpPr>
            <a:cxnSpLocks/>
            <a:stCxn id="145" idx="1"/>
            <a:endCxn id="204" idx="3"/>
          </p:cNvCxnSpPr>
          <p:nvPr/>
        </p:nvCxnSpPr>
        <p:spPr>
          <a:xfrm rot="10800000">
            <a:off x="5366144" y="4468908"/>
            <a:ext cx="933538" cy="3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B3E76D0B-F7C7-44DC-B5C1-471FED13EF72}"/>
              </a:ext>
            </a:extLst>
          </p:cNvPr>
          <p:cNvSpPr/>
          <p:nvPr/>
        </p:nvSpPr>
        <p:spPr>
          <a:xfrm>
            <a:off x="6299682" y="4280752"/>
            <a:ext cx="1253764" cy="377071"/>
          </a:xfrm>
          <a:prstGeom prst="roundRect">
            <a:avLst/>
          </a:prstGeom>
          <a:solidFill>
            <a:srgbClr val="D4D4D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Aplikasi</a:t>
            </a:r>
          </a:p>
        </p:txBody>
      </p: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D37659A2-F239-498E-A852-D3B3C7F503C1}"/>
              </a:ext>
            </a:extLst>
          </p:cNvPr>
          <p:cNvCxnSpPr>
            <a:cxnSpLocks/>
          </p:cNvCxnSpPr>
          <p:nvPr/>
        </p:nvCxnSpPr>
        <p:spPr>
          <a:xfrm rot="10800000" flipV="1">
            <a:off x="7553446" y="4280916"/>
            <a:ext cx="1544834" cy="207422"/>
          </a:xfrm>
          <a:prstGeom prst="bentConnector3">
            <a:avLst>
              <a:gd name="adj1" fmla="val 1464"/>
            </a:avLst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A3D6AE8D-3A8E-4508-A910-BD1B31496F58}"/>
              </a:ext>
            </a:extLst>
          </p:cNvPr>
          <p:cNvSpPr/>
          <p:nvPr/>
        </p:nvSpPr>
        <p:spPr>
          <a:xfrm>
            <a:off x="4112380" y="4280371"/>
            <a:ext cx="1253764" cy="377071"/>
          </a:xfrm>
          <a:prstGeom prst="round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8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Tindakan/Peringatan</a:t>
            </a:r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9564C881-4407-412D-B322-90C867F4996A}"/>
              </a:ext>
            </a:extLst>
          </p:cNvPr>
          <p:cNvGrpSpPr/>
          <p:nvPr/>
        </p:nvGrpSpPr>
        <p:grpSpPr>
          <a:xfrm>
            <a:off x="9933004" y="4029468"/>
            <a:ext cx="1206630" cy="246221"/>
            <a:chOff x="1979629" y="3619893"/>
            <a:chExt cx="1206630" cy="246221"/>
          </a:xfrm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1E419781-617B-4E55-969B-D22668F6436C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43C824E4-E8D8-40E8-A000-E9AD056BCEF5}"/>
                </a:ext>
              </a:extLst>
            </p:cNvPr>
            <p:cNvSpPr txBox="1"/>
            <p:nvPr/>
          </p:nvSpPr>
          <p:spPr>
            <a:xfrm>
              <a:off x="1998482" y="3619893"/>
              <a:ext cx="11877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>
                  <a:latin typeface="Roboto" panose="02000000000000000000" pitchFamily="2" charset="0"/>
                  <a:ea typeface="Roboto" panose="02000000000000000000" pitchFamily="2" charset="0"/>
                </a:rPr>
                <a:t>    Input/Output</a:t>
              </a: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39F3C57-EDB7-410C-911C-07F040CB7179}"/>
              </a:ext>
            </a:extLst>
          </p:cNvPr>
          <p:cNvGrpSpPr/>
          <p:nvPr/>
        </p:nvGrpSpPr>
        <p:grpSpPr>
          <a:xfrm>
            <a:off x="9934574" y="4238527"/>
            <a:ext cx="1206630" cy="246221"/>
            <a:chOff x="1979629" y="3619893"/>
            <a:chExt cx="1206630" cy="246221"/>
          </a:xfrm>
        </p:grpSpPr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16F179F8-6D12-4A55-9023-73BA143D5D67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FFBF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F05BCEEB-6775-48D1-8FA6-7E8679BEDEB2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>
                  <a:latin typeface="Roboto" panose="02000000000000000000" pitchFamily="2" charset="0"/>
                  <a:ea typeface="Roboto" panose="02000000000000000000" pitchFamily="2" charset="0"/>
                </a:rPr>
                <a:t>  Processing</a:t>
              </a:r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688FE5C-7A6F-4538-A084-981FCDA5A8F1}"/>
              </a:ext>
            </a:extLst>
          </p:cNvPr>
          <p:cNvGrpSpPr/>
          <p:nvPr/>
        </p:nvGrpSpPr>
        <p:grpSpPr>
          <a:xfrm>
            <a:off x="9934574" y="4429027"/>
            <a:ext cx="1206630" cy="246221"/>
            <a:chOff x="1979629" y="3619893"/>
            <a:chExt cx="1206630" cy="246221"/>
          </a:xfrm>
        </p:grpSpPr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580B56D7-B0B1-4D0E-B6E9-B088CC173534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C6ACD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AC74D0A6-F04A-4966-92CA-0738868D773D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>
                  <a:latin typeface="Roboto" panose="02000000000000000000" pitchFamily="2" charset="0"/>
                  <a:ea typeface="Roboto" panose="02000000000000000000" pitchFamily="2" charset="0"/>
                </a:rPr>
                <a:t>  Filtering</a:t>
              </a:r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A767915-C286-432E-B595-664AB3F39DF5}"/>
              </a:ext>
            </a:extLst>
          </p:cNvPr>
          <p:cNvGrpSpPr/>
          <p:nvPr/>
        </p:nvGrpSpPr>
        <p:grpSpPr>
          <a:xfrm>
            <a:off x="9934574" y="4619527"/>
            <a:ext cx="1206630" cy="246221"/>
            <a:chOff x="1979629" y="3619893"/>
            <a:chExt cx="1206630" cy="246221"/>
          </a:xfrm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A6A2000B-DDAB-43E5-9C73-1BBC5EC79749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D4D4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D0EE790A-B68B-43E0-9B91-07A2EED0F756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>
                  <a:latin typeface="Roboto" panose="02000000000000000000" pitchFamily="2" charset="0"/>
                  <a:ea typeface="Roboto" panose="02000000000000000000" pitchFamily="2" charset="0"/>
                </a:rPr>
                <a:t>  Aplikasi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8B1DD1A-1AAD-42C4-841E-917408EE5811}"/>
              </a:ext>
            </a:extLst>
          </p:cNvPr>
          <p:cNvGrpSpPr/>
          <p:nvPr/>
        </p:nvGrpSpPr>
        <p:grpSpPr>
          <a:xfrm>
            <a:off x="8504301" y="3028050"/>
            <a:ext cx="1239774" cy="1080000"/>
            <a:chOff x="6410701" y="3965359"/>
            <a:chExt cx="1239774" cy="1080000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2C0310DF-9A1A-43F8-8B65-A401885C2210}"/>
                </a:ext>
              </a:extLst>
            </p:cNvPr>
            <p:cNvSpPr/>
            <p:nvPr/>
          </p:nvSpPr>
          <p:spPr>
            <a:xfrm rot="8008287">
              <a:off x="6430323" y="3965359"/>
              <a:ext cx="1080000" cy="1080000"/>
            </a:xfrm>
            <a:prstGeom prst="roundRect">
              <a:avLst>
                <a:gd name="adj" fmla="val 7018"/>
              </a:avLst>
            </a:prstGeom>
            <a:solidFill>
              <a:srgbClr val="7030A0">
                <a:alpha val="4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D10260D-0C62-480B-95F2-B7A7C84CCF34}"/>
                </a:ext>
              </a:extLst>
            </p:cNvPr>
            <p:cNvSpPr txBox="1"/>
            <p:nvPr/>
          </p:nvSpPr>
          <p:spPr>
            <a:xfrm>
              <a:off x="6410701" y="4367672"/>
              <a:ext cx="12397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>
                  <a:latin typeface="Roboto" panose="02000000000000000000" pitchFamily="2" charset="0"/>
                  <a:ea typeface="Roboto" panose="02000000000000000000" pitchFamily="2" charset="0"/>
                </a:rPr>
                <a:t>Risiko Tinggi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38C8A0-C307-4C54-A05B-605F59B0C9D4}"/>
              </a:ext>
            </a:extLst>
          </p:cNvPr>
          <p:cNvSpPr txBox="1"/>
          <p:nvPr/>
        </p:nvSpPr>
        <p:spPr>
          <a:xfrm>
            <a:off x="9096375" y="4267200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000">
                <a:latin typeface="Roboto" panose="02000000000000000000" pitchFamily="2" charset="0"/>
                <a:ea typeface="Roboto" panose="02000000000000000000" pitchFamily="2" charset="0"/>
              </a:rPr>
              <a:t>Ya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B5110C-F2DE-4268-9071-B936C44AAD7C}"/>
              </a:ext>
            </a:extLst>
          </p:cNvPr>
          <p:cNvSpPr txBox="1"/>
          <p:nvPr/>
        </p:nvSpPr>
        <p:spPr>
          <a:xfrm>
            <a:off x="9677400" y="3190875"/>
            <a:ext cx="8572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000">
                <a:latin typeface="Roboto" panose="02000000000000000000" pitchFamily="2" charset="0"/>
                <a:ea typeface="Roboto" panose="02000000000000000000" pitchFamily="2" charset="0"/>
              </a:rPr>
              <a:t>Tidak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61856F-2E9B-4105-B737-E7B684685F3D}"/>
              </a:ext>
            </a:extLst>
          </p:cNvPr>
          <p:cNvCxnSpPr>
            <a:cxnSpLocks/>
            <a:stCxn id="109" idx="3"/>
          </p:cNvCxnSpPr>
          <p:nvPr/>
        </p:nvCxnSpPr>
        <p:spPr>
          <a:xfrm>
            <a:off x="9744075" y="3568863"/>
            <a:ext cx="542925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2210CE2-5145-4B7A-8DED-707E109E9746}"/>
              </a:ext>
            </a:extLst>
          </p:cNvPr>
          <p:cNvSpPr/>
          <p:nvPr/>
        </p:nvSpPr>
        <p:spPr>
          <a:xfrm>
            <a:off x="10289455" y="3381739"/>
            <a:ext cx="1253764" cy="377071"/>
          </a:xfrm>
          <a:prstGeom prst="round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Lanjut Monitoring</a:t>
            </a:r>
          </a:p>
        </p:txBody>
      </p:sp>
    </p:spTree>
    <p:extLst>
      <p:ext uri="{BB962C8B-B14F-4D97-AF65-F5344CB8AC3E}">
        <p14:creationId xmlns:p14="http://schemas.microsoft.com/office/powerpoint/2010/main" val="413721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D53B1597-2483-4837-892C-6F2844596126}"/>
              </a:ext>
            </a:extLst>
          </p:cNvPr>
          <p:cNvSpPr/>
          <p:nvPr/>
        </p:nvSpPr>
        <p:spPr>
          <a:xfrm>
            <a:off x="2860144" y="2999452"/>
            <a:ext cx="1253764" cy="377071"/>
          </a:xfrm>
          <a:prstGeom prst="roundRect">
            <a:avLst/>
          </a:prstGeom>
          <a:solidFill>
            <a:srgbClr val="FFBF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Data Makro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0208EFB2-A296-4C84-B5A4-2B4D238ECF2D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3210803" y="3376523"/>
            <a:ext cx="1211252" cy="193752"/>
          </a:xfrm>
          <a:prstGeom prst="bentConnector3">
            <a:avLst>
              <a:gd name="adj1" fmla="val 22477"/>
            </a:avLst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8322583-4B01-4EDC-AC34-5067FEE211CF}"/>
              </a:ext>
            </a:extLst>
          </p:cNvPr>
          <p:cNvGrpSpPr/>
          <p:nvPr/>
        </p:nvGrpSpPr>
        <p:grpSpPr>
          <a:xfrm>
            <a:off x="7867649" y="2485927"/>
            <a:ext cx="1206630" cy="246221"/>
            <a:chOff x="1979629" y="3619893"/>
            <a:chExt cx="1206630" cy="246221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1B1E1B6-88C6-4908-8315-C536B405C2EB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C6ACD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272F3C0-29B6-406E-B548-854E530596B4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>
                  <a:latin typeface="Roboto" panose="02000000000000000000" pitchFamily="2" charset="0"/>
                  <a:ea typeface="Roboto" panose="02000000000000000000" pitchFamily="2" charset="0"/>
                </a:rPr>
                <a:t>  Model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37A8EE8-7623-467A-A888-16A042A84D8D}"/>
              </a:ext>
            </a:extLst>
          </p:cNvPr>
          <p:cNvGrpSpPr/>
          <p:nvPr/>
        </p:nvGrpSpPr>
        <p:grpSpPr>
          <a:xfrm>
            <a:off x="6542151" y="3056625"/>
            <a:ext cx="1106424" cy="972450"/>
            <a:chOff x="6344026" y="3965359"/>
            <a:chExt cx="1239774" cy="1080000"/>
          </a:xfrm>
        </p:grpSpPr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F2D58589-4F50-4EBD-B0CA-214B9A90F06C}"/>
                </a:ext>
              </a:extLst>
            </p:cNvPr>
            <p:cNvSpPr/>
            <p:nvPr/>
          </p:nvSpPr>
          <p:spPr>
            <a:xfrm rot="8008287">
              <a:off x="6430323" y="3965359"/>
              <a:ext cx="1080000" cy="1080000"/>
            </a:xfrm>
            <a:prstGeom prst="roundRect">
              <a:avLst>
                <a:gd name="adj" fmla="val 7018"/>
              </a:avLst>
            </a:prstGeom>
            <a:solidFill>
              <a:srgbClr val="7030A0">
                <a:alpha val="4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7F228C93-9E30-4E5D-B421-45F10B31AE9D}"/>
                </a:ext>
              </a:extLst>
            </p:cNvPr>
            <p:cNvSpPr txBox="1"/>
            <p:nvPr/>
          </p:nvSpPr>
          <p:spPr>
            <a:xfrm>
              <a:off x="6344026" y="4367672"/>
              <a:ext cx="12397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>
                  <a:latin typeface="Roboto" panose="02000000000000000000" pitchFamily="2" charset="0"/>
                  <a:ea typeface="Roboto" panose="02000000000000000000" pitchFamily="2" charset="0"/>
                </a:rPr>
                <a:t>Model</a:t>
              </a:r>
            </a:p>
          </p:txBody>
        </p:sp>
      </p:grp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B58AF82-5A82-456C-93D1-45E6B543C672}"/>
              </a:ext>
            </a:extLst>
          </p:cNvPr>
          <p:cNvSpPr/>
          <p:nvPr/>
        </p:nvSpPr>
        <p:spPr>
          <a:xfrm>
            <a:off x="4422055" y="3381739"/>
            <a:ext cx="1253764" cy="377071"/>
          </a:xfrm>
          <a:prstGeom prst="roundRect">
            <a:avLst/>
          </a:prstGeom>
          <a:solidFill>
            <a:srgbClr val="FFBF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Data Hibrida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BB1CDCDC-0330-4FA8-996C-5486EC21C83E}"/>
              </a:ext>
            </a:extLst>
          </p:cNvPr>
          <p:cNvSpPr/>
          <p:nvPr/>
        </p:nvSpPr>
        <p:spPr>
          <a:xfrm>
            <a:off x="2860144" y="3782890"/>
            <a:ext cx="1253764" cy="377071"/>
          </a:xfrm>
          <a:prstGeom prst="roundRect">
            <a:avLst/>
          </a:prstGeom>
          <a:solidFill>
            <a:srgbClr val="FFBF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Data Mikro</a:t>
            </a:r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7E889315-68E2-4B99-B7E4-BC8DB1FFEC8B}"/>
              </a:ext>
            </a:extLst>
          </p:cNvPr>
          <p:cNvCxnSpPr>
            <a:cxnSpLocks/>
            <a:stCxn id="124" idx="0"/>
            <a:endCxn id="123" idx="1"/>
          </p:cNvCxnSpPr>
          <p:nvPr/>
        </p:nvCxnSpPr>
        <p:spPr>
          <a:xfrm rot="5400000" flipH="1" flipV="1">
            <a:off x="3848233" y="3209069"/>
            <a:ext cx="212615" cy="9350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5786A2D-AC23-4A25-BCE1-0F19464BB663}"/>
              </a:ext>
            </a:extLst>
          </p:cNvPr>
          <p:cNvCxnSpPr>
            <a:cxnSpLocks/>
            <a:stCxn id="123" idx="3"/>
          </p:cNvCxnSpPr>
          <p:nvPr/>
        </p:nvCxnSpPr>
        <p:spPr>
          <a:xfrm flipV="1">
            <a:off x="5675819" y="3549813"/>
            <a:ext cx="761557" cy="20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69CF1F0-A27E-4D9E-96DC-9A0FEBD97C90}"/>
              </a:ext>
            </a:extLst>
          </p:cNvPr>
          <p:cNvGrpSpPr/>
          <p:nvPr/>
        </p:nvGrpSpPr>
        <p:grpSpPr>
          <a:xfrm>
            <a:off x="7877173" y="2695477"/>
            <a:ext cx="1562101" cy="246221"/>
            <a:chOff x="1979629" y="3619893"/>
            <a:chExt cx="1206630" cy="246221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4792D03-94FB-45AA-A2C5-68642040715E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FFBF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02AE6ECB-7265-41E8-8F32-9A0A426ADE32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>
                  <a:latin typeface="Roboto" panose="02000000000000000000" pitchFamily="2" charset="0"/>
                  <a:ea typeface="Roboto" panose="02000000000000000000" pitchFamily="2" charset="0"/>
                </a:rPr>
                <a:t>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8634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D53B1597-2483-4837-892C-6F2844596126}"/>
              </a:ext>
            </a:extLst>
          </p:cNvPr>
          <p:cNvSpPr/>
          <p:nvPr/>
        </p:nvSpPr>
        <p:spPr>
          <a:xfrm>
            <a:off x="2669644" y="3380452"/>
            <a:ext cx="1253764" cy="377071"/>
          </a:xfrm>
          <a:prstGeom prst="roundRect">
            <a:avLst/>
          </a:prstGeom>
          <a:solidFill>
            <a:srgbClr val="FFBF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Node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0208EFB2-A296-4C84-B5A4-2B4D238ECF2D}"/>
              </a:ext>
            </a:extLst>
          </p:cNvPr>
          <p:cNvCxnSpPr>
            <a:cxnSpLocks/>
            <a:stCxn id="111" idx="3"/>
            <a:endCxn id="123" idx="1"/>
          </p:cNvCxnSpPr>
          <p:nvPr/>
        </p:nvCxnSpPr>
        <p:spPr>
          <a:xfrm>
            <a:off x="3923408" y="3568988"/>
            <a:ext cx="498647" cy="1287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8322583-4B01-4EDC-AC34-5067FEE211CF}"/>
              </a:ext>
            </a:extLst>
          </p:cNvPr>
          <p:cNvGrpSpPr/>
          <p:nvPr/>
        </p:nvGrpSpPr>
        <p:grpSpPr>
          <a:xfrm>
            <a:off x="7658099" y="2485927"/>
            <a:ext cx="1206630" cy="246221"/>
            <a:chOff x="1979629" y="3619893"/>
            <a:chExt cx="1206630" cy="246221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1B1E1B6-88C6-4908-8315-C536B405C2EB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C6ACD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272F3C0-29B6-406E-B548-854E530596B4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>
                  <a:latin typeface="Roboto" panose="02000000000000000000" pitchFamily="2" charset="0"/>
                  <a:ea typeface="Roboto" panose="02000000000000000000" pitchFamily="2" charset="0"/>
                </a:rPr>
                <a:t>  Server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37A8EE8-7623-467A-A888-16A042A84D8D}"/>
              </a:ext>
            </a:extLst>
          </p:cNvPr>
          <p:cNvGrpSpPr/>
          <p:nvPr/>
        </p:nvGrpSpPr>
        <p:grpSpPr>
          <a:xfrm>
            <a:off x="6323076" y="3075675"/>
            <a:ext cx="1106424" cy="972450"/>
            <a:chOff x="6344026" y="3965359"/>
            <a:chExt cx="1239774" cy="1080000"/>
          </a:xfrm>
        </p:grpSpPr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F2D58589-4F50-4EBD-B0CA-214B9A90F06C}"/>
                </a:ext>
              </a:extLst>
            </p:cNvPr>
            <p:cNvSpPr/>
            <p:nvPr/>
          </p:nvSpPr>
          <p:spPr>
            <a:xfrm rot="8008287">
              <a:off x="6430323" y="3965359"/>
              <a:ext cx="1080000" cy="1080000"/>
            </a:xfrm>
            <a:prstGeom prst="roundRect">
              <a:avLst>
                <a:gd name="adj" fmla="val 7018"/>
              </a:avLst>
            </a:prstGeom>
            <a:solidFill>
              <a:srgbClr val="7030A0">
                <a:alpha val="4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7F228C93-9E30-4E5D-B421-45F10B31AE9D}"/>
                </a:ext>
              </a:extLst>
            </p:cNvPr>
            <p:cNvSpPr txBox="1"/>
            <p:nvPr/>
          </p:nvSpPr>
          <p:spPr>
            <a:xfrm>
              <a:off x="6344026" y="4367672"/>
              <a:ext cx="1239774" cy="307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>
                  <a:latin typeface="Roboto" panose="02000000000000000000" pitchFamily="2" charset="0"/>
                  <a:ea typeface="Roboto" panose="02000000000000000000" pitchFamily="2" charset="0"/>
                </a:rPr>
                <a:t>Server</a:t>
              </a:r>
            </a:p>
          </p:txBody>
        </p:sp>
      </p:grp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B58AF82-5A82-456C-93D1-45E6B543C672}"/>
              </a:ext>
            </a:extLst>
          </p:cNvPr>
          <p:cNvSpPr/>
          <p:nvPr/>
        </p:nvSpPr>
        <p:spPr>
          <a:xfrm>
            <a:off x="4422055" y="3381739"/>
            <a:ext cx="1253764" cy="377071"/>
          </a:xfrm>
          <a:prstGeom prst="roundRect">
            <a:avLst/>
          </a:prstGeom>
          <a:solidFill>
            <a:srgbClr val="B4C7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Gateway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5786A2D-AC23-4A25-BCE1-0F19464BB663}"/>
              </a:ext>
            </a:extLst>
          </p:cNvPr>
          <p:cNvCxnSpPr>
            <a:cxnSpLocks/>
            <a:stCxn id="123" idx="3"/>
          </p:cNvCxnSpPr>
          <p:nvPr/>
        </p:nvCxnSpPr>
        <p:spPr>
          <a:xfrm>
            <a:off x="5675819" y="3570275"/>
            <a:ext cx="553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69CF1F0-A27E-4D9E-96DC-9A0FEBD97C90}"/>
              </a:ext>
            </a:extLst>
          </p:cNvPr>
          <p:cNvGrpSpPr/>
          <p:nvPr/>
        </p:nvGrpSpPr>
        <p:grpSpPr>
          <a:xfrm>
            <a:off x="7667623" y="2695477"/>
            <a:ext cx="1562101" cy="246221"/>
            <a:chOff x="1979629" y="3619893"/>
            <a:chExt cx="1206630" cy="246221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4792D03-94FB-45AA-A2C5-68642040715E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FFBF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02AE6ECB-7265-41E8-8F32-9A0A426ADE32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>
                  <a:latin typeface="Roboto" panose="02000000000000000000" pitchFamily="2" charset="0"/>
                  <a:ea typeface="Roboto" panose="02000000000000000000" pitchFamily="2" charset="0"/>
                </a:rPr>
                <a:t> Node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AF23ECA-0082-4768-A0D3-82A86C5500D5}"/>
              </a:ext>
            </a:extLst>
          </p:cNvPr>
          <p:cNvGrpSpPr/>
          <p:nvPr/>
        </p:nvGrpSpPr>
        <p:grpSpPr>
          <a:xfrm>
            <a:off x="7667623" y="2895502"/>
            <a:ext cx="1562101" cy="246221"/>
            <a:chOff x="1979629" y="3619893"/>
            <a:chExt cx="1206630" cy="24622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9D9A228-F0D1-4ED0-A408-8702CEAF1F63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B4C7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38EAC1B-AFC3-409D-B92E-B0A46700FD55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>
                  <a:latin typeface="Roboto" panose="02000000000000000000" pitchFamily="2" charset="0"/>
                  <a:ea typeface="Roboto" panose="02000000000000000000" pitchFamily="2" charset="0"/>
                </a:rPr>
                <a:t> Gateway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071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3DEE72-4838-44E3-B9EA-B64993A77DA1}"/>
              </a:ext>
            </a:extLst>
          </p:cNvPr>
          <p:cNvSpPr/>
          <p:nvPr/>
        </p:nvSpPr>
        <p:spPr>
          <a:xfrm>
            <a:off x="1904215" y="2648932"/>
            <a:ext cx="1253764" cy="37707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Sensor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FD6692E-66DB-425D-8052-F1D797566911}"/>
              </a:ext>
            </a:extLst>
          </p:cNvPr>
          <p:cNvCxnSpPr>
            <a:cxnSpLocks/>
            <a:stCxn id="17" idx="3"/>
            <a:endCxn id="32" idx="1"/>
          </p:cNvCxnSpPr>
          <p:nvPr/>
        </p:nvCxnSpPr>
        <p:spPr>
          <a:xfrm>
            <a:off x="3157979" y="2837468"/>
            <a:ext cx="917543" cy="21744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DD38A7-6FEB-47DA-A71C-58A1E2335BD1}"/>
              </a:ext>
            </a:extLst>
          </p:cNvPr>
          <p:cNvSpPr/>
          <p:nvPr/>
        </p:nvSpPr>
        <p:spPr>
          <a:xfrm>
            <a:off x="4075522" y="2866377"/>
            <a:ext cx="1253764" cy="3770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Tekanan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D9354BD2-1511-481B-8DAF-C1049D312471}"/>
              </a:ext>
            </a:extLst>
          </p:cNvPr>
          <p:cNvCxnSpPr>
            <a:cxnSpLocks/>
            <a:stCxn id="17" idx="3"/>
            <a:endCxn id="39" idx="1"/>
          </p:cNvCxnSpPr>
          <p:nvPr/>
        </p:nvCxnSpPr>
        <p:spPr>
          <a:xfrm flipV="1">
            <a:off x="3157979" y="2549716"/>
            <a:ext cx="917543" cy="28775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7391598-E6D4-41BB-94D7-8C74D1465751}"/>
              </a:ext>
            </a:extLst>
          </p:cNvPr>
          <p:cNvSpPr/>
          <p:nvPr/>
        </p:nvSpPr>
        <p:spPr>
          <a:xfrm>
            <a:off x="4075522" y="2361180"/>
            <a:ext cx="1253764" cy="3770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Suhu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2D2DA8E5-6A00-49C2-B2D9-F654963F99E3}"/>
              </a:ext>
            </a:extLst>
          </p:cNvPr>
          <p:cNvCxnSpPr>
            <a:cxnSpLocks/>
            <a:stCxn id="82" idx="1"/>
            <a:endCxn id="39" idx="3"/>
          </p:cNvCxnSpPr>
          <p:nvPr/>
        </p:nvCxnSpPr>
        <p:spPr>
          <a:xfrm rot="10800000">
            <a:off x="5329286" y="2549717"/>
            <a:ext cx="988244" cy="2798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E0F1476D-B89E-4D3F-B2E1-67BE1889A391}"/>
              </a:ext>
            </a:extLst>
          </p:cNvPr>
          <p:cNvCxnSpPr>
            <a:cxnSpLocks/>
            <a:stCxn id="82" idx="1"/>
            <a:endCxn id="32" idx="3"/>
          </p:cNvCxnSpPr>
          <p:nvPr/>
        </p:nvCxnSpPr>
        <p:spPr>
          <a:xfrm rot="10800000" flipV="1">
            <a:off x="5329286" y="2829611"/>
            <a:ext cx="988244" cy="2253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00B8C0D-708A-4C49-A34F-73AC66C7113A}"/>
              </a:ext>
            </a:extLst>
          </p:cNvPr>
          <p:cNvSpPr/>
          <p:nvPr/>
        </p:nvSpPr>
        <p:spPr>
          <a:xfrm>
            <a:off x="6317530" y="2641075"/>
            <a:ext cx="1253764" cy="377071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Praprocessing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9D97D6F-8D32-4928-91FB-8D17E5B76C60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7571294" y="2829611"/>
            <a:ext cx="780854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8B1DD1A-1AAD-42C4-841E-917408EE5811}"/>
              </a:ext>
            </a:extLst>
          </p:cNvPr>
          <p:cNvGrpSpPr/>
          <p:nvPr/>
        </p:nvGrpSpPr>
        <p:grpSpPr>
          <a:xfrm>
            <a:off x="8551355" y="2287386"/>
            <a:ext cx="1080000" cy="1080000"/>
            <a:chOff x="6430323" y="3965359"/>
            <a:chExt cx="1080000" cy="1080000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2C0310DF-9A1A-43F8-8B65-A401885C2210}"/>
                </a:ext>
              </a:extLst>
            </p:cNvPr>
            <p:cNvSpPr/>
            <p:nvPr/>
          </p:nvSpPr>
          <p:spPr>
            <a:xfrm rot="8008287">
              <a:off x="6430323" y="3965359"/>
              <a:ext cx="1080000" cy="1080000"/>
            </a:xfrm>
            <a:prstGeom prst="roundRect">
              <a:avLst>
                <a:gd name="adj" fmla="val 7018"/>
              </a:avLst>
            </a:prstGeom>
            <a:solidFill>
              <a:srgbClr val="7030A0">
                <a:alpha val="4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D10260D-0C62-480B-95F2-B7A7C84CCF34}"/>
                </a:ext>
              </a:extLst>
            </p:cNvPr>
            <p:cNvSpPr txBox="1"/>
            <p:nvPr/>
          </p:nvSpPr>
          <p:spPr>
            <a:xfrm>
              <a:off x="6561057" y="4326905"/>
              <a:ext cx="8201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400">
                  <a:latin typeface="Roboto" panose="02000000000000000000" pitchFamily="2" charset="0"/>
                  <a:ea typeface="Roboto" panose="02000000000000000000" pitchFamily="2" charset="0"/>
                </a:rPr>
                <a:t>Model</a:t>
              </a:r>
            </a:p>
          </p:txBody>
        </p:sp>
      </p:grp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9955ABF6-8D17-4903-BC41-C2DE5827127C}"/>
              </a:ext>
            </a:extLst>
          </p:cNvPr>
          <p:cNvCxnSpPr>
            <a:cxnSpLocks/>
            <a:stCxn id="145" idx="1"/>
            <a:endCxn id="204" idx="3"/>
          </p:cNvCxnSpPr>
          <p:nvPr/>
        </p:nvCxnSpPr>
        <p:spPr>
          <a:xfrm rot="10800000" flipV="1">
            <a:off x="5338712" y="4334366"/>
            <a:ext cx="942682" cy="157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B3E76D0B-F7C7-44DC-B5C1-471FED13EF72}"/>
              </a:ext>
            </a:extLst>
          </p:cNvPr>
          <p:cNvSpPr/>
          <p:nvPr/>
        </p:nvSpPr>
        <p:spPr>
          <a:xfrm>
            <a:off x="6281394" y="4145830"/>
            <a:ext cx="1253764" cy="377071"/>
          </a:xfrm>
          <a:prstGeom prst="roundRect">
            <a:avLst/>
          </a:prstGeom>
          <a:solidFill>
            <a:srgbClr val="FFBF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Validation</a:t>
            </a:r>
          </a:p>
        </p:txBody>
      </p: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D37659A2-F239-498E-A852-D3B3C7F503C1}"/>
              </a:ext>
            </a:extLst>
          </p:cNvPr>
          <p:cNvCxnSpPr>
            <a:cxnSpLocks/>
            <a:endCxn id="145" idx="3"/>
          </p:cNvCxnSpPr>
          <p:nvPr/>
        </p:nvCxnSpPr>
        <p:spPr>
          <a:xfrm rot="10800000" flipV="1">
            <a:off x="7535158" y="3581400"/>
            <a:ext cx="1563122" cy="752966"/>
          </a:xfrm>
          <a:prstGeom prst="bentConnector3">
            <a:avLst>
              <a:gd name="adj1" fmla="val -2161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A3D6AE8D-3A8E-4508-A910-BD1B31496F58}"/>
              </a:ext>
            </a:extLst>
          </p:cNvPr>
          <p:cNvSpPr/>
          <p:nvPr/>
        </p:nvSpPr>
        <p:spPr>
          <a:xfrm>
            <a:off x="4084948" y="4147402"/>
            <a:ext cx="1253764" cy="377071"/>
          </a:xfrm>
          <a:prstGeom prst="round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9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Informasi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62ED8E4B-8822-47B2-B08E-43229BE2842C}"/>
              </a:ext>
            </a:extLst>
          </p:cNvPr>
          <p:cNvSpPr/>
          <p:nvPr/>
        </p:nvSpPr>
        <p:spPr>
          <a:xfrm>
            <a:off x="4077093" y="4667444"/>
            <a:ext cx="1253764" cy="377071"/>
          </a:xfrm>
          <a:prstGeom prst="round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9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Rekomendasi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4CEBAE58-76C9-47DD-BB51-6D54EF00AD13}"/>
              </a:ext>
            </a:extLst>
          </p:cNvPr>
          <p:cNvSpPr/>
          <p:nvPr/>
        </p:nvSpPr>
        <p:spPr>
          <a:xfrm>
            <a:off x="4077093" y="3630501"/>
            <a:ext cx="1253764" cy="377071"/>
          </a:xfrm>
          <a:prstGeom prst="round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9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Peringatan</a:t>
            </a:r>
          </a:p>
        </p:txBody>
      </p: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C1E06061-5963-45DD-B6CF-2BF1A5A712B9}"/>
              </a:ext>
            </a:extLst>
          </p:cNvPr>
          <p:cNvCxnSpPr>
            <a:cxnSpLocks/>
            <a:stCxn id="145" idx="1"/>
            <a:endCxn id="205" idx="3"/>
          </p:cNvCxnSpPr>
          <p:nvPr/>
        </p:nvCxnSpPr>
        <p:spPr>
          <a:xfrm rot="10800000" flipV="1">
            <a:off x="5330858" y="4334366"/>
            <a:ext cx="950537" cy="521614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BBA5708E-2963-4A67-9002-BC5E0A77B45A}"/>
              </a:ext>
            </a:extLst>
          </p:cNvPr>
          <p:cNvCxnSpPr>
            <a:cxnSpLocks/>
            <a:stCxn id="145" idx="1"/>
            <a:endCxn id="206" idx="3"/>
          </p:cNvCxnSpPr>
          <p:nvPr/>
        </p:nvCxnSpPr>
        <p:spPr>
          <a:xfrm rot="10800000">
            <a:off x="5330858" y="3819038"/>
            <a:ext cx="950537" cy="515329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ACD5B7E8-1D33-4937-BCC4-3E72DC201719}"/>
              </a:ext>
            </a:extLst>
          </p:cNvPr>
          <p:cNvCxnSpPr>
            <a:cxnSpLocks/>
            <a:stCxn id="145" idx="0"/>
            <a:endCxn id="240" idx="2"/>
          </p:cNvCxnSpPr>
          <p:nvPr/>
        </p:nvCxnSpPr>
        <p:spPr>
          <a:xfrm flipH="1" flipV="1">
            <a:off x="6900421" y="3855169"/>
            <a:ext cx="7855" cy="290661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B2B27797-3EFC-4805-804F-680328C60393}"/>
              </a:ext>
            </a:extLst>
          </p:cNvPr>
          <p:cNvSpPr/>
          <p:nvPr/>
        </p:nvSpPr>
        <p:spPr>
          <a:xfrm>
            <a:off x="6273539" y="3478098"/>
            <a:ext cx="1253764" cy="377071"/>
          </a:xfrm>
          <a:prstGeom prst="round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Logging</a:t>
            </a:r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9564C881-4407-412D-B322-90C867F4996A}"/>
              </a:ext>
            </a:extLst>
          </p:cNvPr>
          <p:cNvGrpSpPr/>
          <p:nvPr/>
        </p:nvGrpSpPr>
        <p:grpSpPr>
          <a:xfrm>
            <a:off x="1979629" y="3619893"/>
            <a:ext cx="1206630" cy="246221"/>
            <a:chOff x="1979629" y="3619893"/>
            <a:chExt cx="1206630" cy="246221"/>
          </a:xfrm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1E419781-617B-4E55-969B-D22668F6436C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43C824E4-E8D8-40E8-A000-E9AD056BCEF5}"/>
                </a:ext>
              </a:extLst>
            </p:cNvPr>
            <p:cNvSpPr txBox="1"/>
            <p:nvPr/>
          </p:nvSpPr>
          <p:spPr>
            <a:xfrm>
              <a:off x="1998482" y="3619893"/>
              <a:ext cx="11877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  Input/Output</a:t>
              </a: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3DEA11A-8A09-45EC-BDC5-80C299AD7FDC}"/>
              </a:ext>
            </a:extLst>
          </p:cNvPr>
          <p:cNvGrpSpPr/>
          <p:nvPr/>
        </p:nvGrpSpPr>
        <p:grpSpPr>
          <a:xfrm>
            <a:off x="1981199" y="3819427"/>
            <a:ext cx="1206630" cy="246221"/>
            <a:chOff x="1979629" y="3619893"/>
            <a:chExt cx="1206630" cy="246221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05015CC4-17FB-4D25-B94C-E87505AD7674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B4C7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8317DE68-851E-4FE4-8ACF-E1F0F6ACA4BE}"/>
                </a:ext>
              </a:extLst>
            </p:cNvPr>
            <p:cNvSpPr txBox="1"/>
            <p:nvPr/>
          </p:nvSpPr>
          <p:spPr>
            <a:xfrm>
              <a:off x="2044046" y="3619893"/>
              <a:ext cx="114221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Data</a:t>
              </a: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39F3C57-EDB7-410C-911C-07F040CB7179}"/>
              </a:ext>
            </a:extLst>
          </p:cNvPr>
          <p:cNvGrpSpPr/>
          <p:nvPr/>
        </p:nvGrpSpPr>
        <p:grpSpPr>
          <a:xfrm>
            <a:off x="1981199" y="4028977"/>
            <a:ext cx="1206630" cy="246221"/>
            <a:chOff x="1979629" y="3619893"/>
            <a:chExt cx="1206630" cy="246221"/>
          </a:xfrm>
        </p:grpSpPr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16F179F8-6D12-4A55-9023-73BA143D5D67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FFBF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F05BCEEB-6775-48D1-8FA6-7E8679BEDEB2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ML Pipeline</a:t>
              </a:r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688FE5C-7A6F-4538-A084-981FCDA5A8F1}"/>
              </a:ext>
            </a:extLst>
          </p:cNvPr>
          <p:cNvGrpSpPr/>
          <p:nvPr/>
        </p:nvGrpSpPr>
        <p:grpSpPr>
          <a:xfrm>
            <a:off x="1981199" y="4219477"/>
            <a:ext cx="1206630" cy="246221"/>
            <a:chOff x="1979629" y="3619893"/>
            <a:chExt cx="1206630" cy="246221"/>
          </a:xfrm>
        </p:grpSpPr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580B56D7-B0B1-4D0E-B6E9-B088CC173534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C6ACD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AC74D0A6-F04A-4966-92CA-0738868D773D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Model</a:t>
              </a:r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A767915-C286-432E-B595-664AB3F39DF5}"/>
              </a:ext>
            </a:extLst>
          </p:cNvPr>
          <p:cNvGrpSpPr/>
          <p:nvPr/>
        </p:nvGrpSpPr>
        <p:grpSpPr>
          <a:xfrm>
            <a:off x="1981199" y="4409977"/>
            <a:ext cx="1206630" cy="246221"/>
            <a:chOff x="1979629" y="3619893"/>
            <a:chExt cx="1206630" cy="246221"/>
          </a:xfrm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A6A2000B-DDAB-43E5-9C73-1BBC5EC79749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D4D4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D0EE790A-B68B-43E0-9B91-07A2EED0F756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Logging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4655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3DEE72-4838-44E3-B9EA-B64993A77DA1}"/>
              </a:ext>
            </a:extLst>
          </p:cNvPr>
          <p:cNvSpPr/>
          <p:nvPr/>
        </p:nvSpPr>
        <p:spPr>
          <a:xfrm>
            <a:off x="1904215" y="2648932"/>
            <a:ext cx="1253764" cy="37707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Sensor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FD6692E-66DB-425D-8052-F1D797566911}"/>
              </a:ext>
            </a:extLst>
          </p:cNvPr>
          <p:cNvCxnSpPr>
            <a:cxnSpLocks/>
            <a:stCxn id="17" idx="3"/>
            <a:endCxn id="32" idx="1"/>
          </p:cNvCxnSpPr>
          <p:nvPr/>
        </p:nvCxnSpPr>
        <p:spPr>
          <a:xfrm>
            <a:off x="3157979" y="2837468"/>
            <a:ext cx="917543" cy="21744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DD38A7-6FEB-47DA-A71C-58A1E2335BD1}"/>
              </a:ext>
            </a:extLst>
          </p:cNvPr>
          <p:cNvSpPr/>
          <p:nvPr/>
        </p:nvSpPr>
        <p:spPr>
          <a:xfrm>
            <a:off x="4075522" y="2866377"/>
            <a:ext cx="1253764" cy="3770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pH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D9354BD2-1511-481B-8DAF-C1049D312471}"/>
              </a:ext>
            </a:extLst>
          </p:cNvPr>
          <p:cNvCxnSpPr>
            <a:cxnSpLocks/>
            <a:stCxn id="17" idx="3"/>
            <a:endCxn id="39" idx="1"/>
          </p:cNvCxnSpPr>
          <p:nvPr/>
        </p:nvCxnSpPr>
        <p:spPr>
          <a:xfrm flipV="1">
            <a:off x="3157979" y="2549716"/>
            <a:ext cx="917543" cy="28775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7391598-E6D4-41BB-94D7-8C74D1465751}"/>
              </a:ext>
            </a:extLst>
          </p:cNvPr>
          <p:cNvSpPr/>
          <p:nvPr/>
        </p:nvSpPr>
        <p:spPr>
          <a:xfrm>
            <a:off x="4075522" y="2361180"/>
            <a:ext cx="1253764" cy="3770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Salinitas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2D2DA8E5-6A00-49C2-B2D9-F654963F99E3}"/>
              </a:ext>
            </a:extLst>
          </p:cNvPr>
          <p:cNvCxnSpPr>
            <a:cxnSpLocks/>
            <a:stCxn id="82" idx="1"/>
            <a:endCxn id="39" idx="3"/>
          </p:cNvCxnSpPr>
          <p:nvPr/>
        </p:nvCxnSpPr>
        <p:spPr>
          <a:xfrm rot="10800000">
            <a:off x="5329286" y="2549717"/>
            <a:ext cx="988244" cy="2798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E0F1476D-B89E-4D3F-B2E1-67BE1889A391}"/>
              </a:ext>
            </a:extLst>
          </p:cNvPr>
          <p:cNvCxnSpPr>
            <a:cxnSpLocks/>
            <a:stCxn id="82" idx="1"/>
            <a:endCxn id="32" idx="3"/>
          </p:cNvCxnSpPr>
          <p:nvPr/>
        </p:nvCxnSpPr>
        <p:spPr>
          <a:xfrm rot="10800000" flipV="1">
            <a:off x="5329286" y="2829611"/>
            <a:ext cx="988244" cy="2253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00B8C0D-708A-4C49-A34F-73AC66C7113A}"/>
              </a:ext>
            </a:extLst>
          </p:cNvPr>
          <p:cNvSpPr/>
          <p:nvPr/>
        </p:nvSpPr>
        <p:spPr>
          <a:xfrm>
            <a:off x="6317530" y="2641075"/>
            <a:ext cx="1253764" cy="377071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Praprocessing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9D97D6F-8D32-4928-91FB-8D17E5B76C60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7571294" y="2829611"/>
            <a:ext cx="780854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8B1DD1A-1AAD-42C4-841E-917408EE5811}"/>
              </a:ext>
            </a:extLst>
          </p:cNvPr>
          <p:cNvGrpSpPr/>
          <p:nvPr/>
        </p:nvGrpSpPr>
        <p:grpSpPr>
          <a:xfrm>
            <a:off x="8551355" y="2287386"/>
            <a:ext cx="1080000" cy="1080000"/>
            <a:chOff x="6430323" y="3965359"/>
            <a:chExt cx="1080000" cy="1080000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2C0310DF-9A1A-43F8-8B65-A401885C2210}"/>
                </a:ext>
              </a:extLst>
            </p:cNvPr>
            <p:cNvSpPr/>
            <p:nvPr/>
          </p:nvSpPr>
          <p:spPr>
            <a:xfrm rot="8008287">
              <a:off x="6430323" y="3965359"/>
              <a:ext cx="1080000" cy="1080000"/>
            </a:xfrm>
            <a:prstGeom prst="roundRect">
              <a:avLst>
                <a:gd name="adj" fmla="val 7018"/>
              </a:avLst>
            </a:prstGeom>
            <a:solidFill>
              <a:srgbClr val="7030A0">
                <a:alpha val="4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D10260D-0C62-480B-95F2-B7A7C84CCF34}"/>
                </a:ext>
              </a:extLst>
            </p:cNvPr>
            <p:cNvSpPr txBox="1"/>
            <p:nvPr/>
          </p:nvSpPr>
          <p:spPr>
            <a:xfrm>
              <a:off x="6561057" y="4326905"/>
              <a:ext cx="8201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400">
                  <a:latin typeface="Roboto" panose="02000000000000000000" pitchFamily="2" charset="0"/>
                  <a:ea typeface="Roboto" panose="02000000000000000000" pitchFamily="2" charset="0"/>
                </a:rPr>
                <a:t>Model</a:t>
              </a:r>
            </a:p>
          </p:txBody>
        </p:sp>
      </p:grp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9955ABF6-8D17-4903-BC41-C2DE5827127C}"/>
              </a:ext>
            </a:extLst>
          </p:cNvPr>
          <p:cNvCxnSpPr>
            <a:cxnSpLocks/>
            <a:stCxn id="145" idx="1"/>
            <a:endCxn id="204" idx="3"/>
          </p:cNvCxnSpPr>
          <p:nvPr/>
        </p:nvCxnSpPr>
        <p:spPr>
          <a:xfrm rot="10800000" flipV="1">
            <a:off x="5338712" y="4334366"/>
            <a:ext cx="942682" cy="157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B3E76D0B-F7C7-44DC-B5C1-471FED13EF72}"/>
              </a:ext>
            </a:extLst>
          </p:cNvPr>
          <p:cNvSpPr/>
          <p:nvPr/>
        </p:nvSpPr>
        <p:spPr>
          <a:xfrm>
            <a:off x="6281394" y="4145830"/>
            <a:ext cx="1253764" cy="377071"/>
          </a:xfrm>
          <a:prstGeom prst="roundRect">
            <a:avLst/>
          </a:prstGeom>
          <a:solidFill>
            <a:srgbClr val="FFBF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Validation</a:t>
            </a:r>
          </a:p>
        </p:txBody>
      </p: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D37659A2-F239-498E-A852-D3B3C7F503C1}"/>
              </a:ext>
            </a:extLst>
          </p:cNvPr>
          <p:cNvCxnSpPr>
            <a:cxnSpLocks/>
            <a:endCxn id="145" idx="3"/>
          </p:cNvCxnSpPr>
          <p:nvPr/>
        </p:nvCxnSpPr>
        <p:spPr>
          <a:xfrm rot="10800000" flipV="1">
            <a:off x="7535158" y="3581400"/>
            <a:ext cx="1563122" cy="752966"/>
          </a:xfrm>
          <a:prstGeom prst="bentConnector3">
            <a:avLst>
              <a:gd name="adj1" fmla="val -2161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A3D6AE8D-3A8E-4508-A910-BD1B31496F58}"/>
              </a:ext>
            </a:extLst>
          </p:cNvPr>
          <p:cNvSpPr/>
          <p:nvPr/>
        </p:nvSpPr>
        <p:spPr>
          <a:xfrm>
            <a:off x="4084948" y="4147402"/>
            <a:ext cx="1253764" cy="377071"/>
          </a:xfrm>
          <a:prstGeom prst="round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9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Informasi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62ED8E4B-8822-47B2-B08E-43229BE2842C}"/>
              </a:ext>
            </a:extLst>
          </p:cNvPr>
          <p:cNvSpPr/>
          <p:nvPr/>
        </p:nvSpPr>
        <p:spPr>
          <a:xfrm>
            <a:off x="4077093" y="4667444"/>
            <a:ext cx="1253764" cy="377071"/>
          </a:xfrm>
          <a:prstGeom prst="round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9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Rekomendasi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4CEBAE58-76C9-47DD-BB51-6D54EF00AD13}"/>
              </a:ext>
            </a:extLst>
          </p:cNvPr>
          <p:cNvSpPr/>
          <p:nvPr/>
        </p:nvSpPr>
        <p:spPr>
          <a:xfrm>
            <a:off x="4077093" y="3630501"/>
            <a:ext cx="1253764" cy="377071"/>
          </a:xfrm>
          <a:prstGeom prst="round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9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Peringatan</a:t>
            </a:r>
          </a:p>
        </p:txBody>
      </p: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C1E06061-5963-45DD-B6CF-2BF1A5A712B9}"/>
              </a:ext>
            </a:extLst>
          </p:cNvPr>
          <p:cNvCxnSpPr>
            <a:cxnSpLocks/>
            <a:stCxn id="145" idx="1"/>
            <a:endCxn id="205" idx="3"/>
          </p:cNvCxnSpPr>
          <p:nvPr/>
        </p:nvCxnSpPr>
        <p:spPr>
          <a:xfrm rot="10800000" flipV="1">
            <a:off x="5330858" y="4334366"/>
            <a:ext cx="950537" cy="521614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BBA5708E-2963-4A67-9002-BC5E0A77B45A}"/>
              </a:ext>
            </a:extLst>
          </p:cNvPr>
          <p:cNvCxnSpPr>
            <a:cxnSpLocks/>
            <a:stCxn id="145" idx="1"/>
            <a:endCxn id="206" idx="3"/>
          </p:cNvCxnSpPr>
          <p:nvPr/>
        </p:nvCxnSpPr>
        <p:spPr>
          <a:xfrm rot="10800000">
            <a:off x="5330858" y="3819038"/>
            <a:ext cx="950537" cy="515329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ACD5B7E8-1D33-4937-BCC4-3E72DC201719}"/>
              </a:ext>
            </a:extLst>
          </p:cNvPr>
          <p:cNvCxnSpPr>
            <a:cxnSpLocks/>
            <a:stCxn id="145" idx="0"/>
            <a:endCxn id="240" idx="2"/>
          </p:cNvCxnSpPr>
          <p:nvPr/>
        </p:nvCxnSpPr>
        <p:spPr>
          <a:xfrm flipH="1" flipV="1">
            <a:off x="6900421" y="3855169"/>
            <a:ext cx="7855" cy="290661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B2B27797-3EFC-4805-804F-680328C60393}"/>
              </a:ext>
            </a:extLst>
          </p:cNvPr>
          <p:cNvSpPr/>
          <p:nvPr/>
        </p:nvSpPr>
        <p:spPr>
          <a:xfrm>
            <a:off x="6273539" y="3478098"/>
            <a:ext cx="1253764" cy="377071"/>
          </a:xfrm>
          <a:prstGeom prst="round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0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Logging</a:t>
            </a:r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9564C881-4407-412D-B322-90C867F4996A}"/>
              </a:ext>
            </a:extLst>
          </p:cNvPr>
          <p:cNvGrpSpPr/>
          <p:nvPr/>
        </p:nvGrpSpPr>
        <p:grpSpPr>
          <a:xfrm>
            <a:off x="1979629" y="3619893"/>
            <a:ext cx="1206630" cy="246221"/>
            <a:chOff x="1979629" y="3619893"/>
            <a:chExt cx="1206630" cy="246221"/>
          </a:xfrm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1E419781-617B-4E55-969B-D22668F6436C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43C824E4-E8D8-40E8-A000-E9AD056BCEF5}"/>
                </a:ext>
              </a:extLst>
            </p:cNvPr>
            <p:cNvSpPr txBox="1"/>
            <p:nvPr/>
          </p:nvSpPr>
          <p:spPr>
            <a:xfrm>
              <a:off x="1998482" y="3619893"/>
              <a:ext cx="11877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  Input/Output</a:t>
              </a: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3DEA11A-8A09-45EC-BDC5-80C299AD7FDC}"/>
              </a:ext>
            </a:extLst>
          </p:cNvPr>
          <p:cNvGrpSpPr/>
          <p:nvPr/>
        </p:nvGrpSpPr>
        <p:grpSpPr>
          <a:xfrm>
            <a:off x="1981199" y="3819427"/>
            <a:ext cx="1206630" cy="246221"/>
            <a:chOff x="1979629" y="3619893"/>
            <a:chExt cx="1206630" cy="246221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05015CC4-17FB-4D25-B94C-E87505AD7674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B4C7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8317DE68-851E-4FE4-8ACF-E1F0F6ACA4BE}"/>
                </a:ext>
              </a:extLst>
            </p:cNvPr>
            <p:cNvSpPr txBox="1"/>
            <p:nvPr/>
          </p:nvSpPr>
          <p:spPr>
            <a:xfrm>
              <a:off x="2044046" y="3619893"/>
              <a:ext cx="114221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Data</a:t>
              </a: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39F3C57-EDB7-410C-911C-07F040CB7179}"/>
              </a:ext>
            </a:extLst>
          </p:cNvPr>
          <p:cNvGrpSpPr/>
          <p:nvPr/>
        </p:nvGrpSpPr>
        <p:grpSpPr>
          <a:xfrm>
            <a:off x="1981199" y="4028977"/>
            <a:ext cx="1206630" cy="246221"/>
            <a:chOff x="1979629" y="3619893"/>
            <a:chExt cx="1206630" cy="246221"/>
          </a:xfrm>
        </p:grpSpPr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16F179F8-6D12-4A55-9023-73BA143D5D67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FFBF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F05BCEEB-6775-48D1-8FA6-7E8679BEDEB2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ML Pipeline</a:t>
              </a:r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688FE5C-7A6F-4538-A084-981FCDA5A8F1}"/>
              </a:ext>
            </a:extLst>
          </p:cNvPr>
          <p:cNvGrpSpPr/>
          <p:nvPr/>
        </p:nvGrpSpPr>
        <p:grpSpPr>
          <a:xfrm>
            <a:off x="1981199" y="4219477"/>
            <a:ext cx="1206630" cy="246221"/>
            <a:chOff x="1979629" y="3619893"/>
            <a:chExt cx="1206630" cy="246221"/>
          </a:xfrm>
        </p:grpSpPr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580B56D7-B0B1-4D0E-B6E9-B088CC173534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C6ACD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AC74D0A6-F04A-4966-92CA-0738868D773D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Model</a:t>
              </a:r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A767915-C286-432E-B595-664AB3F39DF5}"/>
              </a:ext>
            </a:extLst>
          </p:cNvPr>
          <p:cNvGrpSpPr/>
          <p:nvPr/>
        </p:nvGrpSpPr>
        <p:grpSpPr>
          <a:xfrm>
            <a:off x="1981199" y="4409977"/>
            <a:ext cx="1206630" cy="246221"/>
            <a:chOff x="1979629" y="3619893"/>
            <a:chExt cx="1206630" cy="246221"/>
          </a:xfrm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A6A2000B-DDAB-43E5-9C73-1BBC5EC79749}"/>
                </a:ext>
              </a:extLst>
            </p:cNvPr>
            <p:cNvSpPr/>
            <p:nvPr/>
          </p:nvSpPr>
          <p:spPr>
            <a:xfrm>
              <a:off x="1979629" y="3695307"/>
              <a:ext cx="113122" cy="103695"/>
            </a:xfrm>
            <a:prstGeom prst="rect">
              <a:avLst/>
            </a:prstGeom>
            <a:solidFill>
              <a:srgbClr val="D4D4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D0EE790A-B68B-43E0-9B91-07A2EED0F756}"/>
                </a:ext>
              </a:extLst>
            </p:cNvPr>
            <p:cNvSpPr txBox="1"/>
            <p:nvPr/>
          </p:nvSpPr>
          <p:spPr>
            <a:xfrm>
              <a:off x="2055830" y="3619893"/>
              <a:ext cx="1130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/>
                <a:t>  Logging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0976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4BCF35-8B0A-4006-999A-8671CB6C6763}"/>
              </a:ext>
            </a:extLst>
          </p:cNvPr>
          <p:cNvSpPr txBox="1"/>
          <p:nvPr/>
        </p:nvSpPr>
        <p:spPr>
          <a:xfrm>
            <a:off x="4168140" y="2316480"/>
            <a:ext cx="166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4161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3563</TotalTime>
  <Words>113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Cloxt Greatness</dc:creator>
  <cp:lastModifiedBy>Cloxt Greatness</cp:lastModifiedBy>
  <cp:revision>19</cp:revision>
  <dcterms:created xsi:type="dcterms:W3CDTF">2025-11-11T08:04:10Z</dcterms:created>
  <dcterms:modified xsi:type="dcterms:W3CDTF">2025-11-16T10:45:25Z</dcterms:modified>
</cp:coreProperties>
</file>